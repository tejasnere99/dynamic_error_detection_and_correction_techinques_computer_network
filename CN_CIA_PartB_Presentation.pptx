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1" r:id="rId5"/>
    <p:sldId id="263" r:id="rId6"/>
    <p:sldId id="264" r:id="rId7"/>
    <p:sldId id="271" r:id="rId8"/>
    <p:sldId id="272" r:id="rId9"/>
    <p:sldId id="277" r:id="rId10"/>
    <p:sldId id="278" r:id="rId11"/>
    <p:sldId id="279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B621C887-3FEF-D36C-78D9-E05AF39F03C1}">
          <p14:sldIdLst>
            <p14:sldId id="256"/>
            <p14:sldId id="257"/>
            <p14:sldId id="258"/>
          </p14:sldIdLst>
        </p14:section>
        <p14:section name="Background" id="{E8A87C2C-9A5D-62DD-1608-60DAB41285D2}">
          <p14:sldIdLst>
            <p14:sldId id="261"/>
            <p14:sldId id="263"/>
          </p14:sldIdLst>
        </p14:section>
        <p14:section name="Design" id="{BB6C53D0-057F-B39F-65DE-8FA52B5C131A}">
          <p14:sldIdLst>
            <p14:sldId id="264"/>
            <p14:sldId id="271"/>
            <p14:sldId id="272"/>
          </p14:sldIdLst>
        </p14:section>
        <p14:section name="Wrap-up" id="{62E27B54-D7B8-0C21-413B-C18FF838C377}">
          <p14:sldIdLst>
            <p14:sldId id="277"/>
            <p14:sldId id="278"/>
            <p14:sldId id="27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jas Nere" userId="c04aa0e4174eb298" providerId="LiveId" clId="{3CC08B2B-8946-4496-BF0E-5768A6660C59}"/>
    <pc:docChg chg="undo redo custSel delSld modSld modSection">
      <pc:chgData name="Tejas Nere" userId="c04aa0e4174eb298" providerId="LiveId" clId="{3CC08B2B-8946-4496-BF0E-5768A6660C59}" dt="2026-10-13T07:03:24.565" v="672" actId="14100"/>
      <pc:docMkLst>
        <pc:docMk/>
      </pc:docMkLst>
      <pc:sldChg chg="addSp delSp modSp mod">
        <pc:chgData name="Tejas Nere" userId="c04aa0e4174eb298" providerId="LiveId" clId="{3CC08B2B-8946-4496-BF0E-5768A6660C59}" dt="2026-10-13T05:40:07.095" v="659" actId="478"/>
        <pc:sldMkLst>
          <pc:docMk/>
          <pc:sldMk cId="0" sldId="264"/>
        </pc:sldMkLst>
        <pc:spChg chg="mod">
          <ac:chgData name="Tejas Nere" userId="c04aa0e4174eb298" providerId="LiveId" clId="{3CC08B2B-8946-4496-BF0E-5768A6660C59}" dt="2026-10-13T05:25:07.132" v="284"/>
          <ac:spMkLst>
            <pc:docMk/>
            <pc:sldMk cId="0" sldId="264"/>
            <ac:spMk id="2" creationId="{00000000-0000-0000-0000-000000000000}"/>
          </ac:spMkLst>
        </pc:spChg>
        <pc:spChg chg="add mod">
          <ac:chgData name="Tejas Nere" userId="c04aa0e4174eb298" providerId="LiveId" clId="{3CC08B2B-8946-4496-BF0E-5768A6660C59}" dt="2026-10-13T05:23:44.783" v="282" actId="571"/>
          <ac:spMkLst>
            <pc:docMk/>
            <pc:sldMk cId="0" sldId="264"/>
            <ac:spMk id="3" creationId="{EC7E957A-FF7C-BE24-64D4-CCE195813B9A}"/>
          </ac:spMkLst>
        </pc:spChg>
        <pc:spChg chg="add mod">
          <ac:chgData name="Tejas Nere" userId="c04aa0e4174eb298" providerId="LiveId" clId="{3CC08B2B-8946-4496-BF0E-5768A6660C59}" dt="2026-10-13T05:23:44.783" v="282" actId="571"/>
          <ac:spMkLst>
            <pc:docMk/>
            <pc:sldMk cId="0" sldId="264"/>
            <ac:spMk id="4" creationId="{EA8CB961-A79C-79D0-ACF6-99FB099D2D5C}"/>
          </ac:spMkLst>
        </pc:spChg>
        <pc:spChg chg="del">
          <ac:chgData name="Tejas Nere" userId="c04aa0e4174eb298" providerId="LiveId" clId="{3CC08B2B-8946-4496-BF0E-5768A6660C59}" dt="2026-10-13T05:23:14.316" v="281" actId="478"/>
          <ac:spMkLst>
            <pc:docMk/>
            <pc:sldMk cId="0" sldId="264"/>
            <ac:spMk id="6" creationId="{00000000-0000-0000-0000-000000000000}"/>
          </ac:spMkLst>
        </pc:spChg>
        <pc:spChg chg="del mod">
          <ac:chgData name="Tejas Nere" userId="c04aa0e4174eb298" providerId="LiveId" clId="{3CC08B2B-8946-4496-BF0E-5768A6660C59}" dt="2026-10-13T05:23:14.316" v="281" actId="478"/>
          <ac:spMkLst>
            <pc:docMk/>
            <pc:sldMk cId="0" sldId="264"/>
            <ac:spMk id="7" creationId="{00000000-0000-0000-0000-000000000000}"/>
          </ac:spMkLst>
        </pc:spChg>
        <pc:spChg chg="del">
          <ac:chgData name="Tejas Nere" userId="c04aa0e4174eb298" providerId="LiveId" clId="{3CC08B2B-8946-4496-BF0E-5768A6660C59}" dt="2026-10-13T05:23:10.616" v="280" actId="478"/>
          <ac:spMkLst>
            <pc:docMk/>
            <pc:sldMk cId="0" sldId="264"/>
            <ac:spMk id="8" creationId="{00000000-0000-0000-0000-000000000000}"/>
          </ac:spMkLst>
        </pc:spChg>
        <pc:spChg chg="del">
          <ac:chgData name="Tejas Nere" userId="c04aa0e4174eb298" providerId="LiveId" clId="{3CC08B2B-8946-4496-BF0E-5768A6660C59}" dt="2026-10-13T05:23:10.616" v="280" actId="478"/>
          <ac:spMkLst>
            <pc:docMk/>
            <pc:sldMk cId="0" sldId="264"/>
            <ac:spMk id="9" creationId="{00000000-0000-0000-0000-000000000000}"/>
          </ac:spMkLst>
        </pc:spChg>
        <pc:spChg chg="del mod">
          <ac:chgData name="Tejas Nere" userId="c04aa0e4174eb298" providerId="LiveId" clId="{3CC08B2B-8946-4496-BF0E-5768A6660C59}" dt="2026-10-13T05:23:10.616" v="280" actId="478"/>
          <ac:spMkLst>
            <pc:docMk/>
            <pc:sldMk cId="0" sldId="264"/>
            <ac:spMk id="10" creationId="{00000000-0000-0000-0000-000000000000}"/>
          </ac:spMkLst>
        </pc:spChg>
        <pc:spChg chg="del">
          <ac:chgData name="Tejas Nere" userId="c04aa0e4174eb298" providerId="LiveId" clId="{3CC08B2B-8946-4496-BF0E-5768A6660C59}" dt="2026-10-13T05:23:10.616" v="280" actId="478"/>
          <ac:spMkLst>
            <pc:docMk/>
            <pc:sldMk cId="0" sldId="264"/>
            <ac:spMk id="11" creationId="{00000000-0000-0000-0000-000000000000}"/>
          </ac:spMkLst>
        </pc:spChg>
        <pc:spChg chg="del">
          <ac:chgData name="Tejas Nere" userId="c04aa0e4174eb298" providerId="LiveId" clId="{3CC08B2B-8946-4496-BF0E-5768A6660C59}" dt="2026-10-13T05:23:10.616" v="280" actId="478"/>
          <ac:spMkLst>
            <pc:docMk/>
            <pc:sldMk cId="0" sldId="264"/>
            <ac:spMk id="12" creationId="{00000000-0000-0000-0000-000000000000}"/>
          </ac:spMkLst>
        </pc:spChg>
        <pc:spChg chg="del">
          <ac:chgData name="Tejas Nere" userId="c04aa0e4174eb298" providerId="LiveId" clId="{3CC08B2B-8946-4496-BF0E-5768A6660C59}" dt="2026-10-13T05:23:10.616" v="280" actId="478"/>
          <ac:spMkLst>
            <pc:docMk/>
            <pc:sldMk cId="0" sldId="264"/>
            <ac:spMk id="13" creationId="{00000000-0000-0000-0000-000000000000}"/>
          </ac:spMkLst>
        </pc:spChg>
        <pc:spChg chg="del">
          <ac:chgData name="Tejas Nere" userId="c04aa0e4174eb298" providerId="LiveId" clId="{3CC08B2B-8946-4496-BF0E-5768A6660C59}" dt="2026-10-13T05:23:10.616" v="280" actId="478"/>
          <ac:spMkLst>
            <pc:docMk/>
            <pc:sldMk cId="0" sldId="264"/>
            <ac:spMk id="14" creationId="{00000000-0000-0000-0000-000000000000}"/>
          </ac:spMkLst>
        </pc:spChg>
        <pc:spChg chg="del">
          <ac:chgData name="Tejas Nere" userId="c04aa0e4174eb298" providerId="LiveId" clId="{3CC08B2B-8946-4496-BF0E-5768A6660C59}" dt="2026-10-13T05:23:10.616" v="280" actId="478"/>
          <ac:spMkLst>
            <pc:docMk/>
            <pc:sldMk cId="0" sldId="264"/>
            <ac:spMk id="15" creationId="{00000000-0000-0000-0000-000000000000}"/>
          </ac:spMkLst>
        </pc:spChg>
        <pc:spChg chg="del">
          <ac:chgData name="Tejas Nere" userId="c04aa0e4174eb298" providerId="LiveId" clId="{3CC08B2B-8946-4496-BF0E-5768A6660C59}" dt="2026-10-13T05:23:10.616" v="280" actId="478"/>
          <ac:spMkLst>
            <pc:docMk/>
            <pc:sldMk cId="0" sldId="264"/>
            <ac:spMk id="16" creationId="{00000000-0000-0000-0000-000000000000}"/>
          </ac:spMkLst>
        </pc:spChg>
        <pc:spChg chg="del">
          <ac:chgData name="Tejas Nere" userId="c04aa0e4174eb298" providerId="LiveId" clId="{3CC08B2B-8946-4496-BF0E-5768A6660C59}" dt="2026-10-13T05:23:10.616" v="280" actId="478"/>
          <ac:spMkLst>
            <pc:docMk/>
            <pc:sldMk cId="0" sldId="264"/>
            <ac:spMk id="17" creationId="{00000000-0000-0000-0000-000000000000}"/>
          </ac:spMkLst>
        </pc:spChg>
        <pc:spChg chg="del">
          <ac:chgData name="Tejas Nere" userId="c04aa0e4174eb298" providerId="LiveId" clId="{3CC08B2B-8946-4496-BF0E-5768A6660C59}" dt="2026-10-13T05:23:10.616" v="280" actId="478"/>
          <ac:spMkLst>
            <pc:docMk/>
            <pc:sldMk cId="0" sldId="264"/>
            <ac:spMk id="18" creationId="{00000000-0000-0000-0000-000000000000}"/>
          </ac:spMkLst>
        </pc:spChg>
        <pc:spChg chg="del">
          <ac:chgData name="Tejas Nere" userId="c04aa0e4174eb298" providerId="LiveId" clId="{3CC08B2B-8946-4496-BF0E-5768A6660C59}" dt="2026-10-13T05:23:10.616" v="280" actId="478"/>
          <ac:spMkLst>
            <pc:docMk/>
            <pc:sldMk cId="0" sldId="264"/>
            <ac:spMk id="19" creationId="{00000000-0000-0000-0000-000000000000}"/>
          </ac:spMkLst>
        </pc:spChg>
        <pc:spChg chg="del">
          <ac:chgData name="Tejas Nere" userId="c04aa0e4174eb298" providerId="LiveId" clId="{3CC08B2B-8946-4496-BF0E-5768A6660C59}" dt="2026-10-13T05:23:10.616" v="280" actId="478"/>
          <ac:spMkLst>
            <pc:docMk/>
            <pc:sldMk cId="0" sldId="264"/>
            <ac:spMk id="20" creationId="{00000000-0000-0000-0000-000000000000}"/>
          </ac:spMkLst>
        </pc:spChg>
        <pc:spChg chg="del">
          <ac:chgData name="Tejas Nere" userId="c04aa0e4174eb298" providerId="LiveId" clId="{3CC08B2B-8946-4496-BF0E-5768A6660C59}" dt="2026-10-13T05:23:10.616" v="280" actId="478"/>
          <ac:spMkLst>
            <pc:docMk/>
            <pc:sldMk cId="0" sldId="264"/>
            <ac:spMk id="21" creationId="{00000000-0000-0000-0000-000000000000}"/>
          </ac:spMkLst>
        </pc:spChg>
        <pc:spChg chg="del">
          <ac:chgData name="Tejas Nere" userId="c04aa0e4174eb298" providerId="LiveId" clId="{3CC08B2B-8946-4496-BF0E-5768A6660C59}" dt="2026-10-13T05:23:10.616" v="280" actId="478"/>
          <ac:spMkLst>
            <pc:docMk/>
            <pc:sldMk cId="0" sldId="264"/>
            <ac:spMk id="22" creationId="{00000000-0000-0000-0000-000000000000}"/>
          </ac:spMkLst>
        </pc:spChg>
        <pc:spChg chg="del">
          <ac:chgData name="Tejas Nere" userId="c04aa0e4174eb298" providerId="LiveId" clId="{3CC08B2B-8946-4496-BF0E-5768A6660C59}" dt="2026-10-13T05:23:10.616" v="280" actId="478"/>
          <ac:spMkLst>
            <pc:docMk/>
            <pc:sldMk cId="0" sldId="264"/>
            <ac:spMk id="23" creationId="{00000000-0000-0000-0000-000000000000}"/>
          </ac:spMkLst>
        </pc:spChg>
        <pc:spChg chg="del">
          <ac:chgData name="Tejas Nere" userId="c04aa0e4174eb298" providerId="LiveId" clId="{3CC08B2B-8946-4496-BF0E-5768A6660C59}" dt="2026-10-13T05:23:10.616" v="280" actId="478"/>
          <ac:spMkLst>
            <pc:docMk/>
            <pc:sldMk cId="0" sldId="264"/>
            <ac:spMk id="24" creationId="{00000000-0000-0000-0000-000000000000}"/>
          </ac:spMkLst>
        </pc:spChg>
        <pc:spChg chg="del">
          <ac:chgData name="Tejas Nere" userId="c04aa0e4174eb298" providerId="LiveId" clId="{3CC08B2B-8946-4496-BF0E-5768A6660C59}" dt="2026-10-13T05:23:10.616" v="280" actId="478"/>
          <ac:spMkLst>
            <pc:docMk/>
            <pc:sldMk cId="0" sldId="264"/>
            <ac:spMk id="25" creationId="{00000000-0000-0000-0000-000000000000}"/>
          </ac:spMkLst>
        </pc:spChg>
        <pc:spChg chg="mod">
          <ac:chgData name="Tejas Nere" userId="c04aa0e4174eb298" providerId="LiveId" clId="{3CC08B2B-8946-4496-BF0E-5768A6660C59}" dt="2026-10-13T05:24:19.387" v="283" actId="1076"/>
          <ac:spMkLst>
            <pc:docMk/>
            <pc:sldMk cId="0" sldId="264"/>
            <ac:spMk id="26" creationId="{00000000-0000-0000-0000-000000000000}"/>
          </ac:spMkLst>
        </pc:spChg>
        <pc:spChg chg="mod">
          <ac:chgData name="Tejas Nere" userId="c04aa0e4174eb298" providerId="LiveId" clId="{3CC08B2B-8946-4496-BF0E-5768A6660C59}" dt="2026-10-13T05:30:44.054" v="496" actId="20577"/>
          <ac:spMkLst>
            <pc:docMk/>
            <pc:sldMk cId="0" sldId="264"/>
            <ac:spMk id="27" creationId="{00000000-0000-0000-0000-000000000000}"/>
          </ac:spMkLst>
        </pc:spChg>
        <pc:spChg chg="mod">
          <ac:chgData name="Tejas Nere" userId="c04aa0e4174eb298" providerId="LiveId" clId="{3CC08B2B-8946-4496-BF0E-5768A6660C59}" dt="2026-10-13T05:31:11.119" v="536" actId="20577"/>
          <ac:spMkLst>
            <pc:docMk/>
            <pc:sldMk cId="0" sldId="264"/>
            <ac:spMk id="28" creationId="{00000000-0000-0000-0000-000000000000}"/>
          </ac:spMkLst>
        </pc:spChg>
        <pc:spChg chg="mod">
          <ac:chgData name="Tejas Nere" userId="c04aa0e4174eb298" providerId="LiveId" clId="{3CC08B2B-8946-4496-BF0E-5768A6660C59}" dt="2026-10-13T05:31:23.169" v="537"/>
          <ac:spMkLst>
            <pc:docMk/>
            <pc:sldMk cId="0" sldId="264"/>
            <ac:spMk id="29" creationId="{00000000-0000-0000-0000-000000000000}"/>
          </ac:spMkLst>
        </pc:spChg>
        <pc:spChg chg="mod">
          <ac:chgData name="Tejas Nere" userId="c04aa0e4174eb298" providerId="LiveId" clId="{3CC08B2B-8946-4496-BF0E-5768A6660C59}" dt="2026-10-13T05:24:19.387" v="283" actId="1076"/>
          <ac:spMkLst>
            <pc:docMk/>
            <pc:sldMk cId="0" sldId="264"/>
            <ac:spMk id="30" creationId="{00000000-0000-0000-0000-000000000000}"/>
          </ac:spMkLst>
        </pc:spChg>
        <pc:spChg chg="mod">
          <ac:chgData name="Tejas Nere" userId="c04aa0e4174eb298" providerId="LiveId" clId="{3CC08B2B-8946-4496-BF0E-5768A6660C59}" dt="2026-10-13T05:31:39.308" v="539" actId="20577"/>
          <ac:spMkLst>
            <pc:docMk/>
            <pc:sldMk cId="0" sldId="264"/>
            <ac:spMk id="31" creationId="{00000000-0000-0000-0000-000000000000}"/>
          </ac:spMkLst>
        </pc:spChg>
        <pc:spChg chg="mod">
          <ac:chgData name="Tejas Nere" userId="c04aa0e4174eb298" providerId="LiveId" clId="{3CC08B2B-8946-4496-BF0E-5768A6660C59}" dt="2026-10-13T05:32:09.196" v="570" actId="20577"/>
          <ac:spMkLst>
            <pc:docMk/>
            <pc:sldMk cId="0" sldId="264"/>
            <ac:spMk id="32" creationId="{00000000-0000-0000-0000-000000000000}"/>
          </ac:spMkLst>
        </pc:spChg>
        <pc:spChg chg="mod">
          <ac:chgData name="Tejas Nere" userId="c04aa0e4174eb298" providerId="LiveId" clId="{3CC08B2B-8946-4496-BF0E-5768A6660C59}" dt="2026-10-13T05:32:26.413" v="571"/>
          <ac:spMkLst>
            <pc:docMk/>
            <pc:sldMk cId="0" sldId="264"/>
            <ac:spMk id="33" creationId="{00000000-0000-0000-0000-000000000000}"/>
          </ac:spMkLst>
        </pc:spChg>
        <pc:spChg chg="mod">
          <ac:chgData name="Tejas Nere" userId="c04aa0e4174eb298" providerId="LiveId" clId="{3CC08B2B-8946-4496-BF0E-5768A6660C59}" dt="2026-10-13T05:24:19.387" v="283" actId="1076"/>
          <ac:spMkLst>
            <pc:docMk/>
            <pc:sldMk cId="0" sldId="264"/>
            <ac:spMk id="34" creationId="{00000000-0000-0000-0000-000000000000}"/>
          </ac:spMkLst>
        </pc:spChg>
        <pc:spChg chg="mod">
          <ac:chgData name="Tejas Nere" userId="c04aa0e4174eb298" providerId="LiveId" clId="{3CC08B2B-8946-4496-BF0E-5768A6660C59}" dt="2026-10-13T05:32:34.348" v="573" actId="20577"/>
          <ac:spMkLst>
            <pc:docMk/>
            <pc:sldMk cId="0" sldId="264"/>
            <ac:spMk id="35" creationId="{00000000-0000-0000-0000-000000000000}"/>
          </ac:spMkLst>
        </pc:spChg>
        <pc:spChg chg="mod">
          <ac:chgData name="Tejas Nere" userId="c04aa0e4174eb298" providerId="LiveId" clId="{3CC08B2B-8946-4496-BF0E-5768A6660C59}" dt="2026-10-13T05:35:59.898" v="614" actId="20577"/>
          <ac:spMkLst>
            <pc:docMk/>
            <pc:sldMk cId="0" sldId="264"/>
            <ac:spMk id="36" creationId="{00000000-0000-0000-0000-000000000000}"/>
          </ac:spMkLst>
        </pc:spChg>
        <pc:spChg chg="mod">
          <ac:chgData name="Tejas Nere" userId="c04aa0e4174eb298" providerId="LiveId" clId="{3CC08B2B-8946-4496-BF0E-5768A6660C59}" dt="2026-10-13T05:36:10.369" v="615"/>
          <ac:spMkLst>
            <pc:docMk/>
            <pc:sldMk cId="0" sldId="264"/>
            <ac:spMk id="37" creationId="{00000000-0000-0000-0000-000000000000}"/>
          </ac:spMkLst>
        </pc:spChg>
        <pc:spChg chg="mod">
          <ac:chgData name="Tejas Nere" userId="c04aa0e4174eb298" providerId="LiveId" clId="{3CC08B2B-8946-4496-BF0E-5768A6660C59}" dt="2026-10-13T05:24:19.387" v="283" actId="1076"/>
          <ac:spMkLst>
            <pc:docMk/>
            <pc:sldMk cId="0" sldId="264"/>
            <ac:spMk id="38" creationId="{00000000-0000-0000-0000-000000000000}"/>
          </ac:spMkLst>
        </pc:spChg>
        <pc:spChg chg="mod">
          <ac:chgData name="Tejas Nere" userId="c04aa0e4174eb298" providerId="LiveId" clId="{3CC08B2B-8946-4496-BF0E-5768A6660C59}" dt="2026-10-13T05:37:17.503" v="637" actId="20577"/>
          <ac:spMkLst>
            <pc:docMk/>
            <pc:sldMk cId="0" sldId="264"/>
            <ac:spMk id="39" creationId="{00000000-0000-0000-0000-000000000000}"/>
          </ac:spMkLst>
        </pc:spChg>
        <pc:spChg chg="mod">
          <ac:chgData name="Tejas Nere" userId="c04aa0e4174eb298" providerId="LiveId" clId="{3CC08B2B-8946-4496-BF0E-5768A6660C59}" dt="2026-10-13T05:36:31.672" v="629" actId="20577"/>
          <ac:spMkLst>
            <pc:docMk/>
            <pc:sldMk cId="0" sldId="264"/>
            <ac:spMk id="40" creationId="{00000000-0000-0000-0000-000000000000}"/>
          </ac:spMkLst>
        </pc:spChg>
        <pc:spChg chg="mod">
          <ac:chgData name="Tejas Nere" userId="c04aa0e4174eb298" providerId="LiveId" clId="{3CC08B2B-8946-4496-BF0E-5768A6660C59}" dt="2026-10-13T05:36:57.682" v="630"/>
          <ac:spMkLst>
            <pc:docMk/>
            <pc:sldMk cId="0" sldId="264"/>
            <ac:spMk id="41" creationId="{00000000-0000-0000-0000-000000000000}"/>
          </ac:spMkLst>
        </pc:spChg>
        <pc:spChg chg="del mod">
          <ac:chgData name="Tejas Nere" userId="c04aa0e4174eb298" providerId="LiveId" clId="{3CC08B2B-8946-4496-BF0E-5768A6660C59}" dt="2026-10-13T05:37:27.392" v="638" actId="478"/>
          <ac:spMkLst>
            <pc:docMk/>
            <pc:sldMk cId="0" sldId="264"/>
            <ac:spMk id="42" creationId="{00000000-0000-0000-0000-000000000000}"/>
          </ac:spMkLst>
        </pc:spChg>
        <pc:spChg chg="del mod">
          <ac:chgData name="Tejas Nere" userId="c04aa0e4174eb298" providerId="LiveId" clId="{3CC08B2B-8946-4496-BF0E-5768A6660C59}" dt="2026-10-13T05:37:27.392" v="638" actId="478"/>
          <ac:spMkLst>
            <pc:docMk/>
            <pc:sldMk cId="0" sldId="264"/>
            <ac:spMk id="43" creationId="{00000000-0000-0000-0000-000000000000}"/>
          </ac:spMkLst>
        </pc:spChg>
        <pc:spChg chg="del mod">
          <ac:chgData name="Tejas Nere" userId="c04aa0e4174eb298" providerId="LiveId" clId="{3CC08B2B-8946-4496-BF0E-5768A6660C59}" dt="2026-10-13T05:37:27.392" v="638" actId="478"/>
          <ac:spMkLst>
            <pc:docMk/>
            <pc:sldMk cId="0" sldId="264"/>
            <ac:spMk id="44" creationId="{00000000-0000-0000-0000-000000000000}"/>
          </ac:spMkLst>
        </pc:spChg>
        <pc:spChg chg="del mod">
          <ac:chgData name="Tejas Nere" userId="c04aa0e4174eb298" providerId="LiveId" clId="{3CC08B2B-8946-4496-BF0E-5768A6660C59}" dt="2026-10-13T05:37:27.392" v="638" actId="478"/>
          <ac:spMkLst>
            <pc:docMk/>
            <pc:sldMk cId="0" sldId="264"/>
            <ac:spMk id="45" creationId="{00000000-0000-0000-0000-000000000000}"/>
          </ac:spMkLst>
        </pc:spChg>
        <pc:spChg chg="del mod">
          <ac:chgData name="Tejas Nere" userId="c04aa0e4174eb298" providerId="LiveId" clId="{3CC08B2B-8946-4496-BF0E-5768A6660C59}" dt="2026-10-13T05:37:27.392" v="638" actId="478"/>
          <ac:spMkLst>
            <pc:docMk/>
            <pc:sldMk cId="0" sldId="264"/>
            <ac:spMk id="46" creationId="{00000000-0000-0000-0000-000000000000}"/>
          </ac:spMkLst>
        </pc:spChg>
        <pc:spChg chg="del mod">
          <ac:chgData name="Tejas Nere" userId="c04aa0e4174eb298" providerId="LiveId" clId="{3CC08B2B-8946-4496-BF0E-5768A6660C59}" dt="2026-10-13T05:37:27.392" v="638" actId="478"/>
          <ac:spMkLst>
            <pc:docMk/>
            <pc:sldMk cId="0" sldId="264"/>
            <ac:spMk id="47" creationId="{00000000-0000-0000-0000-000000000000}"/>
          </ac:spMkLst>
        </pc:spChg>
        <pc:spChg chg="del mod">
          <ac:chgData name="Tejas Nere" userId="c04aa0e4174eb298" providerId="LiveId" clId="{3CC08B2B-8946-4496-BF0E-5768A6660C59}" dt="2026-10-13T05:37:27.392" v="638" actId="478"/>
          <ac:spMkLst>
            <pc:docMk/>
            <pc:sldMk cId="0" sldId="264"/>
            <ac:spMk id="48" creationId="{00000000-0000-0000-0000-000000000000}"/>
          </ac:spMkLst>
        </pc:spChg>
        <pc:spChg chg="del mod">
          <ac:chgData name="Tejas Nere" userId="c04aa0e4174eb298" providerId="LiveId" clId="{3CC08B2B-8946-4496-BF0E-5768A6660C59}" dt="2026-10-13T05:37:27.392" v="638" actId="478"/>
          <ac:spMkLst>
            <pc:docMk/>
            <pc:sldMk cId="0" sldId="264"/>
            <ac:spMk id="49" creationId="{00000000-0000-0000-0000-000000000000}"/>
          </ac:spMkLst>
        </pc:spChg>
        <pc:spChg chg="add mod">
          <ac:chgData name="Tejas Nere" userId="c04aa0e4174eb298" providerId="LiveId" clId="{3CC08B2B-8946-4496-BF0E-5768A6660C59}" dt="2026-10-13T05:25:34.005" v="298" actId="20577"/>
          <ac:spMkLst>
            <pc:docMk/>
            <pc:sldMk cId="0" sldId="264"/>
            <ac:spMk id="50" creationId="{7F19D894-393E-08D3-860B-EE05B89E31D1}"/>
          </ac:spMkLst>
        </pc:spChg>
        <pc:spChg chg="add mod">
          <ac:chgData name="Tejas Nere" userId="c04aa0e4174eb298" providerId="LiveId" clId="{3CC08B2B-8946-4496-BF0E-5768A6660C59}" dt="2026-10-13T05:25:57.803" v="299"/>
          <ac:spMkLst>
            <pc:docMk/>
            <pc:sldMk cId="0" sldId="264"/>
            <ac:spMk id="51" creationId="{85429CD2-CA08-7E3C-1ACC-8F752B64B8CD}"/>
          </ac:spMkLst>
        </pc:spChg>
        <pc:spChg chg="add mod">
          <ac:chgData name="Tejas Nere" userId="c04aa0e4174eb298" providerId="LiveId" clId="{3CC08B2B-8946-4496-BF0E-5768A6660C59}" dt="2026-10-13T05:23:44.783" v="282" actId="571"/>
          <ac:spMkLst>
            <pc:docMk/>
            <pc:sldMk cId="0" sldId="264"/>
            <ac:spMk id="52" creationId="{A062A296-44A4-F19A-392A-66CB8BF2B267}"/>
          </ac:spMkLst>
        </pc:spChg>
        <pc:spChg chg="add mod">
          <ac:chgData name="Tejas Nere" userId="c04aa0e4174eb298" providerId="LiveId" clId="{3CC08B2B-8946-4496-BF0E-5768A6660C59}" dt="2026-10-13T05:23:44.783" v="282" actId="571"/>
          <ac:spMkLst>
            <pc:docMk/>
            <pc:sldMk cId="0" sldId="264"/>
            <ac:spMk id="53" creationId="{13282636-574F-10F4-2BC5-DD3CE6A641CC}"/>
          </ac:spMkLst>
        </pc:spChg>
        <pc:spChg chg="add mod">
          <ac:chgData name="Tejas Nere" userId="c04aa0e4174eb298" providerId="LiveId" clId="{3CC08B2B-8946-4496-BF0E-5768A6660C59}" dt="2026-10-13T05:26:30.124" v="312" actId="20577"/>
          <ac:spMkLst>
            <pc:docMk/>
            <pc:sldMk cId="0" sldId="264"/>
            <ac:spMk id="54" creationId="{6B720919-B2F5-BAA6-601A-AD5626A2003F}"/>
          </ac:spMkLst>
        </pc:spChg>
        <pc:spChg chg="add mod">
          <ac:chgData name="Tejas Nere" userId="c04aa0e4174eb298" providerId="LiveId" clId="{3CC08B2B-8946-4496-BF0E-5768A6660C59}" dt="2026-10-13T05:26:45.386" v="313"/>
          <ac:spMkLst>
            <pc:docMk/>
            <pc:sldMk cId="0" sldId="264"/>
            <ac:spMk id="55" creationId="{83F207F5-DA06-2D4D-3B90-29A518899C93}"/>
          </ac:spMkLst>
        </pc:spChg>
        <pc:spChg chg="add mod">
          <ac:chgData name="Tejas Nere" userId="c04aa0e4174eb298" providerId="LiveId" clId="{3CC08B2B-8946-4496-BF0E-5768A6660C59}" dt="2026-10-13T05:23:44.783" v="282" actId="571"/>
          <ac:spMkLst>
            <pc:docMk/>
            <pc:sldMk cId="0" sldId="264"/>
            <ac:spMk id="56" creationId="{0EB468A8-C133-FE56-57D9-C3A17C1EDA7A}"/>
          </ac:spMkLst>
        </pc:spChg>
        <pc:spChg chg="add mod">
          <ac:chgData name="Tejas Nere" userId="c04aa0e4174eb298" providerId="LiveId" clId="{3CC08B2B-8946-4496-BF0E-5768A6660C59}" dt="2026-10-13T05:23:44.783" v="282" actId="571"/>
          <ac:spMkLst>
            <pc:docMk/>
            <pc:sldMk cId="0" sldId="264"/>
            <ac:spMk id="57" creationId="{E4A9D583-C43B-0913-3D98-6704D6028DA5}"/>
          </ac:spMkLst>
        </pc:spChg>
        <pc:spChg chg="add mod">
          <ac:chgData name="Tejas Nere" userId="c04aa0e4174eb298" providerId="LiveId" clId="{3CC08B2B-8946-4496-BF0E-5768A6660C59}" dt="2026-10-13T05:27:09.339" v="335" actId="20577"/>
          <ac:spMkLst>
            <pc:docMk/>
            <pc:sldMk cId="0" sldId="264"/>
            <ac:spMk id="58" creationId="{4CD9006C-3C02-9361-055E-601C8F0DDD3C}"/>
          </ac:spMkLst>
        </pc:spChg>
        <pc:spChg chg="add mod">
          <ac:chgData name="Tejas Nere" userId="c04aa0e4174eb298" providerId="LiveId" clId="{3CC08B2B-8946-4496-BF0E-5768A6660C59}" dt="2026-10-13T05:27:27.544" v="336"/>
          <ac:spMkLst>
            <pc:docMk/>
            <pc:sldMk cId="0" sldId="264"/>
            <ac:spMk id="59" creationId="{FBB5C6A9-ED0B-0A9A-A0ED-78D60C8255DD}"/>
          </ac:spMkLst>
        </pc:spChg>
        <pc:spChg chg="add mod">
          <ac:chgData name="Tejas Nere" userId="c04aa0e4174eb298" providerId="LiveId" clId="{3CC08B2B-8946-4496-BF0E-5768A6660C59}" dt="2026-10-13T05:23:44.783" v="282" actId="571"/>
          <ac:spMkLst>
            <pc:docMk/>
            <pc:sldMk cId="0" sldId="264"/>
            <ac:spMk id="60" creationId="{A8258A71-4F8E-BE61-C016-EC5901703068}"/>
          </ac:spMkLst>
        </pc:spChg>
        <pc:spChg chg="add mod">
          <ac:chgData name="Tejas Nere" userId="c04aa0e4174eb298" providerId="LiveId" clId="{3CC08B2B-8946-4496-BF0E-5768A6660C59}" dt="2026-10-13T05:23:44.783" v="282" actId="571"/>
          <ac:spMkLst>
            <pc:docMk/>
            <pc:sldMk cId="0" sldId="264"/>
            <ac:spMk id="61" creationId="{E9472A8B-5A2F-CF13-202E-09AE7102A2FE}"/>
          </ac:spMkLst>
        </pc:spChg>
        <pc:spChg chg="add mod">
          <ac:chgData name="Tejas Nere" userId="c04aa0e4174eb298" providerId="LiveId" clId="{3CC08B2B-8946-4496-BF0E-5768A6660C59}" dt="2026-10-13T05:28:12.885" v="399" actId="20577"/>
          <ac:spMkLst>
            <pc:docMk/>
            <pc:sldMk cId="0" sldId="264"/>
            <ac:spMk id="62" creationId="{28843352-AC11-F49E-377F-0E522877DC47}"/>
          </ac:spMkLst>
        </pc:spChg>
        <pc:spChg chg="add mod">
          <ac:chgData name="Tejas Nere" userId="c04aa0e4174eb298" providerId="LiveId" clId="{3CC08B2B-8946-4496-BF0E-5768A6660C59}" dt="2026-10-13T05:28:36.213" v="402" actId="1076"/>
          <ac:spMkLst>
            <pc:docMk/>
            <pc:sldMk cId="0" sldId="264"/>
            <ac:spMk id="63" creationId="{FFE58F68-AFCA-F1A9-4900-D7CC48CA96A0}"/>
          </ac:spMkLst>
        </pc:spChg>
        <pc:spChg chg="add mod">
          <ac:chgData name="Tejas Nere" userId="c04aa0e4174eb298" providerId="LiveId" clId="{3CC08B2B-8946-4496-BF0E-5768A6660C59}" dt="2026-10-13T05:23:44.783" v="282" actId="571"/>
          <ac:spMkLst>
            <pc:docMk/>
            <pc:sldMk cId="0" sldId="264"/>
            <ac:spMk id="64" creationId="{D55632A8-2B80-10F3-0C1B-BECB8B8763CD}"/>
          </ac:spMkLst>
        </pc:spChg>
        <pc:spChg chg="add mod">
          <ac:chgData name="Tejas Nere" userId="c04aa0e4174eb298" providerId="LiveId" clId="{3CC08B2B-8946-4496-BF0E-5768A6660C59}" dt="2026-10-13T05:23:44.783" v="282" actId="571"/>
          <ac:spMkLst>
            <pc:docMk/>
            <pc:sldMk cId="0" sldId="264"/>
            <ac:spMk id="65" creationId="{FD8B9BE4-BFEE-BF04-F982-42859DC98540}"/>
          </ac:spMkLst>
        </pc:spChg>
        <pc:spChg chg="add mod">
          <ac:chgData name="Tejas Nere" userId="c04aa0e4174eb298" providerId="LiveId" clId="{3CC08B2B-8946-4496-BF0E-5768A6660C59}" dt="2026-10-13T05:37:15.672" v="635" actId="1076"/>
          <ac:spMkLst>
            <pc:docMk/>
            <pc:sldMk cId="0" sldId="264"/>
            <ac:spMk id="66" creationId="{C614B38E-C647-5345-F1FA-63CF1CEC40F4}"/>
          </ac:spMkLst>
        </pc:spChg>
        <pc:spChg chg="add mod">
          <ac:chgData name="Tejas Nere" userId="c04aa0e4174eb298" providerId="LiveId" clId="{3CC08B2B-8946-4496-BF0E-5768A6660C59}" dt="2026-10-13T05:29:41.959" v="453"/>
          <ac:spMkLst>
            <pc:docMk/>
            <pc:sldMk cId="0" sldId="264"/>
            <ac:spMk id="67" creationId="{6FF8954C-C35A-EB7C-3A65-ADE34B9EB815}"/>
          </ac:spMkLst>
        </pc:spChg>
        <pc:spChg chg="add del mod">
          <ac:chgData name="Tejas Nere" userId="c04aa0e4174eb298" providerId="LiveId" clId="{3CC08B2B-8946-4496-BF0E-5768A6660C59}" dt="2026-10-13T05:38:57.810" v="640" actId="478"/>
          <ac:spMkLst>
            <pc:docMk/>
            <pc:sldMk cId="0" sldId="264"/>
            <ac:spMk id="68" creationId="{B4E4B6B7-A2FD-5CEC-68FE-D126950050AB}"/>
          </ac:spMkLst>
        </pc:spChg>
        <pc:spChg chg="add del mod">
          <ac:chgData name="Tejas Nere" userId="c04aa0e4174eb298" providerId="LiveId" clId="{3CC08B2B-8946-4496-BF0E-5768A6660C59}" dt="2026-10-13T05:40:07.095" v="659" actId="478"/>
          <ac:spMkLst>
            <pc:docMk/>
            <pc:sldMk cId="0" sldId="264"/>
            <ac:spMk id="69" creationId="{57473D7A-ABF4-633F-984D-0619FAD4519C}"/>
          </ac:spMkLst>
        </pc:spChg>
        <pc:spChg chg="add mod">
          <ac:chgData name="Tejas Nere" userId="c04aa0e4174eb298" providerId="LiveId" clId="{3CC08B2B-8946-4496-BF0E-5768A6660C59}" dt="2026-10-13T05:30:21.678" v="493" actId="20577"/>
          <ac:spMkLst>
            <pc:docMk/>
            <pc:sldMk cId="0" sldId="264"/>
            <ac:spMk id="70" creationId="{6155135F-656B-DB3D-2C5C-00D4F3C88C6E}"/>
          </ac:spMkLst>
        </pc:spChg>
        <pc:spChg chg="add mod">
          <ac:chgData name="Tejas Nere" userId="c04aa0e4174eb298" providerId="LiveId" clId="{3CC08B2B-8946-4496-BF0E-5768A6660C59}" dt="2026-10-13T05:30:34.531" v="494"/>
          <ac:spMkLst>
            <pc:docMk/>
            <pc:sldMk cId="0" sldId="264"/>
            <ac:spMk id="71" creationId="{046C57AB-7828-9FFA-1564-B13452902EB6}"/>
          </ac:spMkLst>
        </pc:spChg>
        <pc:spChg chg="add">
          <ac:chgData name="Tejas Nere" userId="c04aa0e4174eb298" providerId="LiveId" clId="{3CC08B2B-8946-4496-BF0E-5768A6660C59}" dt="2026-10-13T05:25:18.529" v="285"/>
          <ac:spMkLst>
            <pc:docMk/>
            <pc:sldMk cId="0" sldId="264"/>
            <ac:spMk id="72" creationId="{1F3B0100-F447-79B5-61A5-FE0F6434D333}"/>
          </ac:spMkLst>
        </pc:spChg>
        <pc:spChg chg="add">
          <ac:chgData name="Tejas Nere" userId="c04aa0e4174eb298" providerId="LiveId" clId="{3CC08B2B-8946-4496-BF0E-5768A6660C59}" dt="2026-10-13T05:26:15.969" v="300"/>
          <ac:spMkLst>
            <pc:docMk/>
            <pc:sldMk cId="0" sldId="264"/>
            <ac:spMk id="73" creationId="{4B1F244E-9023-E7D9-9AEE-B71E483E968B}"/>
          </ac:spMkLst>
        </pc:spChg>
        <pc:spChg chg="add">
          <ac:chgData name="Tejas Nere" userId="c04aa0e4174eb298" providerId="LiveId" clId="{3CC08B2B-8946-4496-BF0E-5768A6660C59}" dt="2026-10-13T05:28:53.504" v="403"/>
          <ac:spMkLst>
            <pc:docMk/>
            <pc:sldMk cId="0" sldId="264"/>
            <ac:spMk id="74" creationId="{0D2848CA-6DDF-FE79-17A0-E8AF24A97F00}"/>
          </ac:spMkLst>
        </pc:spChg>
        <pc:spChg chg="add">
          <ac:chgData name="Tejas Nere" userId="c04aa0e4174eb298" providerId="LiveId" clId="{3CC08B2B-8946-4496-BF0E-5768A6660C59}" dt="2026-10-13T05:28:58.155" v="405"/>
          <ac:spMkLst>
            <pc:docMk/>
            <pc:sldMk cId="0" sldId="264"/>
            <ac:spMk id="75" creationId="{69BD32A4-74EB-F020-6E3D-46BF68CA741F}"/>
          </ac:spMkLst>
        </pc:spChg>
        <pc:spChg chg="add mod">
          <ac:chgData name="Tejas Nere" userId="c04aa0e4174eb298" providerId="LiveId" clId="{3CC08B2B-8946-4496-BF0E-5768A6660C59}" dt="2026-10-13T05:39:59.335" v="656" actId="1076"/>
          <ac:spMkLst>
            <pc:docMk/>
            <pc:sldMk cId="0" sldId="264"/>
            <ac:spMk id="76" creationId="{D5798754-82A1-1A19-81D3-051A623ACB79}"/>
          </ac:spMkLst>
        </pc:spChg>
        <pc:spChg chg="add mod">
          <ac:chgData name="Tejas Nere" userId="c04aa0e4174eb298" providerId="LiveId" clId="{3CC08B2B-8946-4496-BF0E-5768A6660C59}" dt="2026-10-13T05:40:03.554" v="658" actId="20577"/>
          <ac:spMkLst>
            <pc:docMk/>
            <pc:sldMk cId="0" sldId="264"/>
            <ac:spMk id="77" creationId="{F2368162-7234-D94F-71BF-19225E6B5F44}"/>
          </ac:spMkLst>
        </pc:spChg>
        <pc:spChg chg="add mod">
          <ac:chgData name="Tejas Nere" userId="c04aa0e4174eb298" providerId="LiveId" clId="{3CC08B2B-8946-4496-BF0E-5768A6660C59}" dt="2026-10-13T05:39:49.007" v="654" actId="571"/>
          <ac:spMkLst>
            <pc:docMk/>
            <pc:sldMk cId="0" sldId="264"/>
            <ac:spMk id="78" creationId="{D4D74E50-25A2-A246-468A-331469B8CB2E}"/>
          </ac:spMkLst>
        </pc:spChg>
        <pc:spChg chg="add mod">
          <ac:chgData name="Tejas Nere" userId="c04aa0e4174eb298" providerId="LiveId" clId="{3CC08B2B-8946-4496-BF0E-5768A6660C59}" dt="2026-10-13T05:39:48.633" v="653" actId="571"/>
          <ac:spMkLst>
            <pc:docMk/>
            <pc:sldMk cId="0" sldId="264"/>
            <ac:spMk id="79" creationId="{676A4C3C-1438-C6B4-536C-51796A6DFAB7}"/>
          </ac:spMkLst>
        </pc:spChg>
        <pc:spChg chg="add mod">
          <ac:chgData name="Tejas Nere" userId="c04aa0e4174eb298" providerId="LiveId" clId="{3CC08B2B-8946-4496-BF0E-5768A6660C59}" dt="2026-10-13T05:39:48.347" v="652" actId="571"/>
          <ac:spMkLst>
            <pc:docMk/>
            <pc:sldMk cId="0" sldId="264"/>
            <ac:spMk id="80" creationId="{9D9A1687-684A-653F-7341-B6FBC494A3AA}"/>
          </ac:spMkLst>
        </pc:spChg>
      </pc:sldChg>
      <pc:sldChg chg="addSp delSp modSp mod">
        <pc:chgData name="Tejas Nere" userId="c04aa0e4174eb298" providerId="LiveId" clId="{3CC08B2B-8946-4496-BF0E-5768A6660C59}" dt="2026-10-13T07:01:27.074" v="663" actId="1076"/>
        <pc:sldMkLst>
          <pc:docMk/>
          <pc:sldMk cId="0" sldId="271"/>
        </pc:sldMkLst>
        <pc:spChg chg="mod">
          <ac:chgData name="Tejas Nere" userId="c04aa0e4174eb298" providerId="LiveId" clId="{3CC08B2B-8946-4496-BF0E-5768A6660C59}" dt="2026-10-12T17:25:07.656" v="176" actId="20577"/>
          <ac:spMkLst>
            <pc:docMk/>
            <pc:sldMk cId="0" sldId="271"/>
            <ac:spMk id="2" creationId="{00000000-0000-0000-0000-000000000000}"/>
          </ac:spMkLst>
        </pc:spChg>
        <pc:spChg chg="add mod">
          <ac:chgData name="Tejas Nere" userId="c04aa0e4174eb298" providerId="LiveId" clId="{3CC08B2B-8946-4496-BF0E-5768A6660C59}" dt="2026-10-13T07:01:27.074" v="663" actId="1076"/>
          <ac:spMkLst>
            <pc:docMk/>
            <pc:sldMk cId="0" sldId="271"/>
            <ac:spMk id="3" creationId="{A1E210EE-8C8E-61EC-FAC5-EEA7AFE203C5}"/>
          </ac:spMkLst>
        </pc:spChg>
        <pc:spChg chg="add mod">
          <ac:chgData name="Tejas Nere" userId="c04aa0e4174eb298" providerId="LiveId" clId="{3CC08B2B-8946-4496-BF0E-5768A6660C59}" dt="2026-10-13T07:01:27.074" v="663" actId="1076"/>
          <ac:spMkLst>
            <pc:docMk/>
            <pc:sldMk cId="0" sldId="271"/>
            <ac:spMk id="4" creationId="{761F1ED6-65CE-7A08-6C14-3BA3845DAA5F}"/>
          </ac:spMkLst>
        </pc:spChg>
        <pc:spChg chg="mod">
          <ac:chgData name="Tejas Nere" userId="c04aa0e4174eb298" providerId="LiveId" clId="{3CC08B2B-8946-4496-BF0E-5768A6660C59}" dt="2026-10-12T17:21:46.577" v="112" actId="1076"/>
          <ac:spMkLst>
            <pc:docMk/>
            <pc:sldMk cId="0" sldId="271"/>
            <ac:spMk id="6" creationId="{00000000-0000-0000-0000-000000000000}"/>
          </ac:spMkLst>
        </pc:spChg>
        <pc:spChg chg="mod">
          <ac:chgData name="Tejas Nere" userId="c04aa0e4174eb298" providerId="LiveId" clId="{3CC08B2B-8946-4496-BF0E-5768A6660C59}" dt="2026-10-12T17:22:20.934" v="115" actId="688"/>
          <ac:spMkLst>
            <pc:docMk/>
            <pc:sldMk cId="0" sldId="271"/>
            <ac:spMk id="7" creationId="{00000000-0000-0000-0000-000000000000}"/>
          </ac:spMkLst>
        </pc:spChg>
        <pc:spChg chg="mod">
          <ac:chgData name="Tejas Nere" userId="c04aa0e4174eb298" providerId="LiveId" clId="{3CC08B2B-8946-4496-BF0E-5768A6660C59}" dt="2026-10-12T17:21:46.577" v="112" actId="1076"/>
          <ac:spMkLst>
            <pc:docMk/>
            <pc:sldMk cId="0" sldId="271"/>
            <ac:spMk id="8" creationId="{00000000-0000-0000-0000-000000000000}"/>
          </ac:spMkLst>
        </pc:spChg>
        <pc:spChg chg="mod">
          <ac:chgData name="Tejas Nere" userId="c04aa0e4174eb298" providerId="LiveId" clId="{3CC08B2B-8946-4496-BF0E-5768A6660C59}" dt="2026-10-12T17:39:05.849" v="264" actId="1076"/>
          <ac:spMkLst>
            <pc:docMk/>
            <pc:sldMk cId="0" sldId="271"/>
            <ac:spMk id="9" creationId="{00000000-0000-0000-0000-000000000000}"/>
          </ac:spMkLst>
        </pc:spChg>
        <pc:spChg chg="mod">
          <ac:chgData name="Tejas Nere" userId="c04aa0e4174eb298" providerId="LiveId" clId="{3CC08B2B-8946-4496-BF0E-5768A6660C59}" dt="2026-10-12T17:22:20.934" v="115" actId="688"/>
          <ac:spMkLst>
            <pc:docMk/>
            <pc:sldMk cId="0" sldId="271"/>
            <ac:spMk id="10" creationId="{00000000-0000-0000-0000-000000000000}"/>
          </ac:spMkLst>
        </pc:spChg>
        <pc:spChg chg="mod">
          <ac:chgData name="Tejas Nere" userId="c04aa0e4174eb298" providerId="LiveId" clId="{3CC08B2B-8946-4496-BF0E-5768A6660C59}" dt="2026-10-12T17:21:46.577" v="112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Tejas Nere" userId="c04aa0e4174eb298" providerId="LiveId" clId="{3CC08B2B-8946-4496-BF0E-5768A6660C59}" dt="2026-10-12T17:39:30.447" v="267" actId="107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Tejas Nere" userId="c04aa0e4174eb298" providerId="LiveId" clId="{3CC08B2B-8946-4496-BF0E-5768A6660C59}" dt="2026-10-12T17:23:08.163" v="116" actId="107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Tejas Nere" userId="c04aa0e4174eb298" providerId="LiveId" clId="{3CC08B2B-8946-4496-BF0E-5768A6660C59}" dt="2026-10-12T17:21:46.577" v="112" actId="1076"/>
          <ac:spMkLst>
            <pc:docMk/>
            <pc:sldMk cId="0" sldId="271"/>
            <ac:spMk id="14" creationId="{00000000-0000-0000-0000-000000000000}"/>
          </ac:spMkLst>
        </pc:spChg>
        <pc:spChg chg="mod">
          <ac:chgData name="Tejas Nere" userId="c04aa0e4174eb298" providerId="LiveId" clId="{3CC08B2B-8946-4496-BF0E-5768A6660C59}" dt="2026-10-12T17:39:44.884" v="269" actId="1076"/>
          <ac:spMkLst>
            <pc:docMk/>
            <pc:sldMk cId="0" sldId="271"/>
            <ac:spMk id="15" creationId="{00000000-0000-0000-0000-000000000000}"/>
          </ac:spMkLst>
        </pc:spChg>
        <pc:spChg chg="mod">
          <ac:chgData name="Tejas Nere" userId="c04aa0e4174eb298" providerId="LiveId" clId="{3CC08B2B-8946-4496-BF0E-5768A6660C59}" dt="2026-10-12T17:23:08.163" v="116" actId="1076"/>
          <ac:spMkLst>
            <pc:docMk/>
            <pc:sldMk cId="0" sldId="271"/>
            <ac:spMk id="16" creationId="{00000000-0000-0000-0000-000000000000}"/>
          </ac:spMkLst>
        </pc:spChg>
        <pc:spChg chg="mod">
          <ac:chgData name="Tejas Nere" userId="c04aa0e4174eb298" providerId="LiveId" clId="{3CC08B2B-8946-4496-BF0E-5768A6660C59}" dt="2026-10-12T17:21:46.577" v="112" actId="1076"/>
          <ac:spMkLst>
            <pc:docMk/>
            <pc:sldMk cId="0" sldId="271"/>
            <ac:spMk id="17" creationId="{00000000-0000-0000-0000-000000000000}"/>
          </ac:spMkLst>
        </pc:spChg>
        <pc:spChg chg="mod">
          <ac:chgData name="Tejas Nere" userId="c04aa0e4174eb298" providerId="LiveId" clId="{3CC08B2B-8946-4496-BF0E-5768A6660C59}" dt="2026-10-12T17:40:02.067" v="272" actId="14100"/>
          <ac:spMkLst>
            <pc:docMk/>
            <pc:sldMk cId="0" sldId="271"/>
            <ac:spMk id="18" creationId="{00000000-0000-0000-0000-000000000000}"/>
          </ac:spMkLst>
        </pc:spChg>
        <pc:spChg chg="mod">
          <ac:chgData name="Tejas Nere" userId="c04aa0e4174eb298" providerId="LiveId" clId="{3CC08B2B-8946-4496-BF0E-5768A6660C59}" dt="2026-10-12T17:23:08.163" v="116" actId="1076"/>
          <ac:spMkLst>
            <pc:docMk/>
            <pc:sldMk cId="0" sldId="271"/>
            <ac:spMk id="19" creationId="{00000000-0000-0000-0000-000000000000}"/>
          </ac:spMkLst>
        </pc:spChg>
        <pc:spChg chg="mod">
          <ac:chgData name="Tejas Nere" userId="c04aa0e4174eb298" providerId="LiveId" clId="{3CC08B2B-8946-4496-BF0E-5768A6660C59}" dt="2026-10-12T17:21:46.577" v="112" actId="1076"/>
          <ac:spMkLst>
            <pc:docMk/>
            <pc:sldMk cId="0" sldId="271"/>
            <ac:spMk id="20" creationId="{00000000-0000-0000-0000-000000000000}"/>
          </ac:spMkLst>
        </pc:spChg>
        <pc:spChg chg="mod">
          <ac:chgData name="Tejas Nere" userId="c04aa0e4174eb298" providerId="LiveId" clId="{3CC08B2B-8946-4496-BF0E-5768A6660C59}" dt="2026-10-12T17:40:32.764" v="276" actId="14100"/>
          <ac:spMkLst>
            <pc:docMk/>
            <pc:sldMk cId="0" sldId="271"/>
            <ac:spMk id="21" creationId="{00000000-0000-0000-0000-000000000000}"/>
          </ac:spMkLst>
        </pc:spChg>
        <pc:spChg chg="del mod">
          <ac:chgData name="Tejas Nere" userId="c04aa0e4174eb298" providerId="LiveId" clId="{3CC08B2B-8946-4496-BF0E-5768A6660C59}" dt="2026-10-13T07:01:19.116" v="660" actId="478"/>
          <ac:spMkLst>
            <pc:docMk/>
            <pc:sldMk cId="0" sldId="271"/>
            <ac:spMk id="22" creationId="{00000000-0000-0000-0000-000000000000}"/>
          </ac:spMkLst>
        </pc:spChg>
        <pc:spChg chg="del mod">
          <ac:chgData name="Tejas Nere" userId="c04aa0e4174eb298" providerId="LiveId" clId="{3CC08B2B-8946-4496-BF0E-5768A6660C59}" dt="2026-10-13T07:01:19.116" v="660" actId="478"/>
          <ac:spMkLst>
            <pc:docMk/>
            <pc:sldMk cId="0" sldId="271"/>
            <ac:spMk id="23" creationId="{00000000-0000-0000-0000-000000000000}"/>
          </ac:spMkLst>
        </pc:spChg>
        <pc:spChg chg="mod">
          <ac:chgData name="Tejas Nere" userId="c04aa0e4174eb298" providerId="LiveId" clId="{3CC08B2B-8946-4496-BF0E-5768A6660C59}" dt="2026-10-12T17:40:55.085" v="279" actId="1076"/>
          <ac:spMkLst>
            <pc:docMk/>
            <pc:sldMk cId="0" sldId="271"/>
            <ac:spMk id="24" creationId="{00000000-0000-0000-0000-000000000000}"/>
          </ac:spMkLst>
        </pc:spChg>
        <pc:spChg chg="del">
          <ac:chgData name="Tejas Nere" userId="c04aa0e4174eb298" providerId="LiveId" clId="{3CC08B2B-8946-4496-BF0E-5768A6660C59}" dt="2026-10-12T17:20:59.285" v="111" actId="478"/>
          <ac:spMkLst>
            <pc:docMk/>
            <pc:sldMk cId="0" sldId="271"/>
            <ac:spMk id="25" creationId="{00000000-0000-0000-0000-000000000000}"/>
          </ac:spMkLst>
        </pc:spChg>
        <pc:spChg chg="del">
          <ac:chgData name="Tejas Nere" userId="c04aa0e4174eb298" providerId="LiveId" clId="{3CC08B2B-8946-4496-BF0E-5768A6660C59}" dt="2026-10-12T17:20:58.133" v="110" actId="478"/>
          <ac:spMkLst>
            <pc:docMk/>
            <pc:sldMk cId="0" sldId="271"/>
            <ac:spMk id="26" creationId="{00000000-0000-0000-0000-000000000000}"/>
          </ac:spMkLst>
        </pc:spChg>
        <pc:spChg chg="del">
          <ac:chgData name="Tejas Nere" userId="c04aa0e4174eb298" providerId="LiveId" clId="{3CC08B2B-8946-4496-BF0E-5768A6660C59}" dt="2026-10-12T17:20:56.599" v="109" actId="478"/>
          <ac:spMkLst>
            <pc:docMk/>
            <pc:sldMk cId="0" sldId="271"/>
            <ac:spMk id="27" creationId="{00000000-0000-0000-0000-000000000000}"/>
          </ac:spMkLst>
        </pc:spChg>
      </pc:sldChg>
      <pc:sldChg chg="addSp delSp modSp mod">
        <pc:chgData name="Tejas Nere" userId="c04aa0e4174eb298" providerId="LiveId" clId="{3CC08B2B-8946-4496-BF0E-5768A6660C59}" dt="2026-10-13T07:03:24.565" v="672" actId="14100"/>
        <pc:sldMkLst>
          <pc:docMk/>
          <pc:sldMk cId="0" sldId="272"/>
        </pc:sldMkLst>
        <pc:spChg chg="add mod">
          <ac:chgData name="Tejas Nere" userId="c04aa0e4174eb298" providerId="LiveId" clId="{3CC08B2B-8946-4496-BF0E-5768A6660C59}" dt="2026-10-12T17:35:55.047" v="241"/>
          <ac:spMkLst>
            <pc:docMk/>
            <pc:sldMk cId="0" sldId="272"/>
            <ac:spMk id="5" creationId="{EC70F8AC-A7AC-616C-20B9-EDC133E188B7}"/>
          </ac:spMkLst>
        </pc:spChg>
        <pc:spChg chg="mod">
          <ac:chgData name="Tejas Nere" userId="c04aa0e4174eb298" providerId="LiveId" clId="{3CC08B2B-8946-4496-BF0E-5768A6660C59}" dt="2026-10-12T17:37:21.091" v="260" actId="1036"/>
          <ac:spMkLst>
            <pc:docMk/>
            <pc:sldMk cId="0" sldId="272"/>
            <ac:spMk id="6" creationId="{00000000-0000-0000-0000-000000000000}"/>
          </ac:spMkLst>
        </pc:spChg>
        <pc:spChg chg="mod">
          <ac:chgData name="Tejas Nere" userId="c04aa0e4174eb298" providerId="LiveId" clId="{3CC08B2B-8946-4496-BF0E-5768A6660C59}" dt="2026-10-13T07:03:24.565" v="672" actId="14100"/>
          <ac:spMkLst>
            <pc:docMk/>
            <pc:sldMk cId="0" sldId="272"/>
            <ac:spMk id="8" creationId="{00000000-0000-0000-0000-000000000000}"/>
          </ac:spMkLst>
        </pc:spChg>
        <pc:spChg chg="mod">
          <ac:chgData name="Tejas Nere" userId="c04aa0e4174eb298" providerId="LiveId" clId="{3CC08B2B-8946-4496-BF0E-5768A6660C59}" dt="2026-10-13T07:02:40.604" v="665" actId="20577"/>
          <ac:spMkLst>
            <pc:docMk/>
            <pc:sldMk cId="0" sldId="272"/>
            <ac:spMk id="9" creationId="{00000000-0000-0000-0000-000000000000}"/>
          </ac:spMkLst>
        </pc:spChg>
        <pc:spChg chg="del">
          <ac:chgData name="Tejas Nere" userId="c04aa0e4174eb298" providerId="LiveId" clId="{3CC08B2B-8946-4496-BF0E-5768A6660C59}" dt="2026-10-12T17:26:14.124" v="192" actId="478"/>
          <ac:spMkLst>
            <pc:docMk/>
            <pc:sldMk cId="0" sldId="272"/>
            <ac:spMk id="10" creationId="{00000000-0000-0000-0000-000000000000}"/>
          </ac:spMkLst>
        </pc:spChg>
        <pc:spChg chg="del">
          <ac:chgData name="Tejas Nere" userId="c04aa0e4174eb298" providerId="LiveId" clId="{3CC08B2B-8946-4496-BF0E-5768A6660C59}" dt="2026-10-12T17:26:18.387" v="193" actId="478"/>
          <ac:spMkLst>
            <pc:docMk/>
            <pc:sldMk cId="0" sldId="272"/>
            <ac:spMk id="11" creationId="{00000000-0000-0000-0000-000000000000}"/>
          </ac:spMkLst>
        </pc:spChg>
        <pc:spChg chg="del">
          <ac:chgData name="Tejas Nere" userId="c04aa0e4174eb298" providerId="LiveId" clId="{3CC08B2B-8946-4496-BF0E-5768A6660C59}" dt="2026-10-12T17:26:12.403" v="191" actId="478"/>
          <ac:spMkLst>
            <pc:docMk/>
            <pc:sldMk cId="0" sldId="272"/>
            <ac:spMk id="12" creationId="{00000000-0000-0000-0000-000000000000}"/>
          </ac:spMkLst>
        </pc:spChg>
        <pc:spChg chg="del">
          <ac:chgData name="Tejas Nere" userId="c04aa0e4174eb298" providerId="LiveId" clId="{3CC08B2B-8946-4496-BF0E-5768A6660C59}" dt="2026-10-12T17:26:33.708" v="195" actId="478"/>
          <ac:spMkLst>
            <pc:docMk/>
            <pc:sldMk cId="0" sldId="272"/>
            <ac:spMk id="13" creationId="{00000000-0000-0000-0000-000000000000}"/>
          </ac:spMkLst>
        </pc:spChg>
        <pc:spChg chg="del">
          <ac:chgData name="Tejas Nere" userId="c04aa0e4174eb298" providerId="LiveId" clId="{3CC08B2B-8946-4496-BF0E-5768A6660C59}" dt="2026-10-12T17:26:32.530" v="194" actId="478"/>
          <ac:spMkLst>
            <pc:docMk/>
            <pc:sldMk cId="0" sldId="272"/>
            <ac:spMk id="14" creationId="{00000000-0000-0000-0000-000000000000}"/>
          </ac:spMkLst>
        </pc:spChg>
        <pc:spChg chg="add mod">
          <ac:chgData name="Tejas Nere" userId="c04aa0e4174eb298" providerId="LiveId" clId="{3CC08B2B-8946-4496-BF0E-5768A6660C59}" dt="2026-10-12T17:37:19.159" v="258" actId="113"/>
          <ac:spMkLst>
            <pc:docMk/>
            <pc:sldMk cId="0" sldId="272"/>
            <ac:spMk id="15" creationId="{2088707F-83FE-3776-E48F-5025598EC418}"/>
          </ac:spMkLst>
        </pc:spChg>
        <pc:cxnChg chg="add mod">
          <ac:chgData name="Tejas Nere" userId="c04aa0e4174eb298" providerId="LiveId" clId="{3CC08B2B-8946-4496-BF0E-5768A6660C59}" dt="2026-10-13T07:02:58.370" v="668" actId="1076"/>
          <ac:cxnSpMkLst>
            <pc:docMk/>
            <pc:sldMk cId="0" sldId="272"/>
            <ac:cxnSpMk id="4" creationId="{4FDDB810-4C4B-65AC-A1A1-6916588EDBD0}"/>
          </ac:cxnSpMkLst>
        </pc:cxnChg>
      </pc:sldChg>
      <pc:sldChg chg="del">
        <pc:chgData name="Tejas Nere" userId="c04aa0e4174eb298" providerId="LiveId" clId="{3CC08B2B-8946-4496-BF0E-5768A6660C59}" dt="2026-10-12T17:37:37.605" v="261" actId="47"/>
        <pc:sldMkLst>
          <pc:docMk/>
          <pc:sldMk cId="0" sldId="27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6618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(all four members), the course (Computer Networks) and the project title. Fill in names and guide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bit-flip example. Data sent is not always data received: noise and interference can change bits. The receiver needs a way to know, and sometimes to repair. Then introduce the project: a prototype that picks a suitable technique from the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Transmission errors are real, but one technique is not equally suitable everywhere. The problem is to analyse the requirement and choose a suitable technique, then show encoding, transmission, detection and correction end to end. Stress this is an academic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Single-bit error: one bit changes, Hamming code can locate and correct it. Burst error: several consecutive bits change; here bits 4 to 9 differ, a burst spanning 6 positions. CRC is well suited to detecting many burst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careful here: real networks do have error-control mechanisms. The difference is that conventional systems usually predefine them per protocol, while our academic framework lets the requirement drive the choice so the differences can be visualised.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 to bottom. 1 User enters data and requirement. 2 System analyses the requirement. 3 Decision module selects the technique. 4 Sender generates error-control information and transmits; the channel may inject a simulated error. 5 Receiver performs the detection/correction procedure. 6 System reports no error / error detected / error position / corrected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decision rules are plain conditional statements. After selection, the same pipeline runs for every technique: encode, pass through channel, check, and correct only when Hamming code is selected.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an illustrative example of the output the prototype is designed to display; it is not a measured result and not evidence of a finished implementation. For detection-only techniques, error position and corrected data are not applicable.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a unified adaptive framework for demonstrating reliable transmission. Hamming corrects single-bit errors; CRC, checksum and parity provide different forms of detection. The innovation is the adaptive decision framework, not a new correction algorithm.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the editions against your college library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Invite questions. Any member can answer; see the team split on slide 21.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94944"/>
            <a:ext cx="9144000" cy="36576"/>
          </a:xfrm>
          <a:prstGeom prst="rect">
            <a:avLst/>
          </a:prstGeom>
          <a:solidFill>
            <a:srgbClr val="F7A6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27448"/>
            <a:ext cx="9144000" cy="416052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727448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5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" y="4773168"/>
            <a:ext cx="310896" cy="356616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30352" y="4818888"/>
            <a:ext cx="18288" cy="2743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4"/>
          <p:cNvSpPr/>
          <p:nvPr/>
        </p:nvSpPr>
        <p:spPr>
          <a:xfrm>
            <a:off x="621792" y="475488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81328" y="475488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   Department of Computer Engineering   |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730752" y="475488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T.Y. B.Tech Computer Engineering</a:t>
            </a:r>
            <a:endParaRPr lang="en-US" sz="1000" dirty="0"/>
          </a:p>
        </p:txBody>
      </p:sp>
      <p:sp>
        <p:nvSpPr>
          <p:cNvPr id="10" name="Text 7"/>
          <p:cNvSpPr>
            <a:spLocks noGrp="1"/>
          </p:cNvSpPr>
          <p:nvPr>
            <p:ph type="title" idx="108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pPr marL="0" indent="0" algn="ctr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0D0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"/>
            <a:ext cx="9144000" cy="877824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886968"/>
            <a:ext cx="9144000" cy="64008"/>
          </a:xfrm>
          <a:prstGeom prst="rect">
            <a:avLst/>
          </a:prstGeom>
          <a:solidFill>
            <a:srgbClr val="F7A600"/>
          </a:solidFill>
          <a:ln/>
        </p:spPr>
      </p:sp>
      <p:pic>
        <p:nvPicPr>
          <p:cNvPr id="4" name="Image 0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" y="36576"/>
            <a:ext cx="731520" cy="83210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54864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Sanjivani College of Engineering, Kopargaon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1051560" y="457200"/>
            <a:ext cx="7863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B2D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 Autonomous Institute, Affiliated to SPPU, Pune)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51560" y="649224"/>
            <a:ext cx="78638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Engineering, NBA Tier-1 Accredited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0" y="4846320"/>
            <a:ext cx="9144000" cy="301752"/>
          </a:xfrm>
          <a:prstGeom prst="rect">
            <a:avLst/>
          </a:prstGeom>
          <a:solidFill>
            <a:srgbClr val="1E4E79"/>
          </a:solidFill>
          <a:ln/>
        </p:spPr>
      </p:sp>
      <p:sp>
        <p:nvSpPr>
          <p:cNvPr id="9" name="Shape 6"/>
          <p:cNvSpPr/>
          <p:nvPr/>
        </p:nvSpPr>
        <p:spPr>
          <a:xfrm>
            <a:off x="0" y="4837176"/>
            <a:ext cx="91440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4864608"/>
            <a:ext cx="73152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www.sanjivanicoe.org.in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64608"/>
            <a:ext cx="868680" cy="26517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F0D0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0D0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computer-networks/error-correction-in-computer-networks/" TargetMode="External"/><Relationship Id="rId7" Type="http://schemas.openxmlformats.org/officeDocument/2006/relationships/hyperlink" Target="https://doi.org/10.1002/j.1538-7305.1950.tb00463.x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rfc-editor.org/rfc/rfc1071.html" TargetMode="External"/><Relationship Id="rId5" Type="http://schemas.openxmlformats.org/officeDocument/2006/relationships/hyperlink" Target="https://www.geeksforgeeks.org/computer-networks/error-detection-code-checksum/" TargetMode="External"/><Relationship Id="rId4" Type="http://schemas.openxmlformats.org/officeDocument/2006/relationships/hyperlink" Target="https://www.geeksforgeeks.org/computer-networks/hamming-code-in-computer-network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188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6E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CN CIA Part B Activity Presentation</a:t>
            </a:r>
            <a:endParaRPr lang="en-US" sz="2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64592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Networks  |  T.Y. B.Tech – Computer Engineering  |  AY 2026–2027  |  Div-[ A]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14400" y="2084832"/>
            <a:ext cx="7315200" cy="1024128"/>
          </a:xfrm>
          <a:prstGeom prst="roundRect">
            <a:avLst>
              <a:gd name="adj" fmla="val 10714"/>
            </a:avLst>
          </a:prstGeom>
          <a:solidFill>
            <a:srgbClr val="DCE9F5"/>
          </a:solidFill>
          <a:ln w="15875">
            <a:solidFill>
              <a:srgbClr val="1E4E7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39696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377440"/>
            <a:ext cx="6949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Dynamic Error Detection and Correction for Reliable Data Transmission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2560320" y="3200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2103120" y="3438144"/>
            <a:ext cx="4937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Atharva Kandalkar  |  Aditya Dabhade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Rohit Sambare  |  Tejas Nere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398678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42062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P. N. </a:t>
            </a:r>
            <a:r>
              <a:rPr lang="en-US" sz="1400" b="1" dirty="0" err="1">
                <a:solidFill>
                  <a:srgbClr val="1E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Kalvadekar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Associate Professor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64608"/>
            <a:ext cx="868680" cy="26517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F0D0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4663440" cy="731520"/>
          </a:xfrm>
          <a:prstGeom prst="roundRect">
            <a:avLst>
              <a:gd name="adj" fmla="val 10000"/>
            </a:avLst>
          </a:prstGeom>
          <a:solidFill>
            <a:srgbClr val="DCE9F5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9144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1E4E7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“Data sent over a network is not always the data that arrives.”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87452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Noise, interference and signal disturbance 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change bits while data travels through a channel.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receiver needs a way to know </a:t>
            </a: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data is corrupted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and sometimes to repair it.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single technique suits every need: </a:t>
            </a: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parity, checksum, CRC and Hamming code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differ in power and overhead.</a:t>
            </a:r>
            <a:endParaRPr lang="en-US" sz="145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project is a prototype that </a:t>
            </a:r>
            <a:r>
              <a:rPr lang="en-US" sz="14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selects a suitable technique</a:t>
            </a:r>
            <a:r>
              <a:rPr lang="en-US" sz="14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from the requirement and simulates the transmission.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394960" y="914400"/>
            <a:ext cx="3291840" cy="3611880"/>
          </a:xfrm>
          <a:prstGeom prst="roundRect">
            <a:avLst>
              <a:gd name="adj" fmla="val 2222"/>
            </a:avLst>
          </a:prstGeom>
          <a:solidFill>
            <a:srgbClr val="EEF4FB"/>
          </a:solidFill>
          <a:ln w="9525">
            <a:solidFill>
              <a:srgbClr val="9FBBD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94960" y="100584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corrupted in transit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724144" y="1371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24144" y="1591056"/>
            <a:ext cx="32918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724144" y="1591056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053328" y="1591056"/>
            <a:ext cx="32918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053328" y="1591056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382512" y="1591056"/>
            <a:ext cx="32918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82512" y="1591056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711696" y="1591056"/>
            <a:ext cx="32918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711696" y="1591056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040880" y="1591056"/>
            <a:ext cx="32918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040880" y="1591056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370064" y="1591056"/>
            <a:ext cx="32918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370064" y="1591056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7699248" y="1591056"/>
            <a:ext cx="32918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699248" y="1591056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028432" y="1591056"/>
            <a:ext cx="32918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028432" y="1591056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7040880" y="2011680"/>
            <a:ext cx="0" cy="685800"/>
          </a:xfrm>
          <a:prstGeom prst="line">
            <a:avLst/>
          </a:prstGeom>
          <a:noFill/>
          <a:ln w="15875">
            <a:solidFill>
              <a:srgbClr val="5B6577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>
            <a:off x="6263640" y="2212848"/>
            <a:ext cx="1554480" cy="274320"/>
          </a:xfrm>
          <a:prstGeom prst="roundRect">
            <a:avLst>
              <a:gd name="adj" fmla="val 20000"/>
            </a:avLst>
          </a:prstGeom>
          <a:solidFill>
            <a:srgbClr val="006E7F"/>
          </a:solidFill>
          <a:ln w="6350">
            <a:solidFill>
              <a:srgbClr val="006E7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263640" y="221284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channel</a:t>
            </a:r>
            <a:endParaRPr lang="en-US" sz="1050" dirty="0"/>
          </a:p>
        </p:txBody>
      </p:sp>
      <p:sp>
        <p:nvSpPr>
          <p:cNvPr id="31" name="Text 28"/>
          <p:cNvSpPr txBox="1"/>
          <p:nvPr/>
        </p:nvSpPr>
        <p:spPr>
          <a:xfrm>
            <a:off x="5724144" y="27614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724144" y="2980944"/>
            <a:ext cx="32918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724144" y="298094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053328" y="2980944"/>
            <a:ext cx="32918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053328" y="298094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382512" y="2980944"/>
            <a:ext cx="32918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382512" y="298094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711696" y="2980944"/>
            <a:ext cx="329184" cy="347472"/>
          </a:xfrm>
          <a:prstGeom prst="rect">
            <a:avLst/>
          </a:prstGeom>
          <a:solidFill>
            <a:srgbClr val="FADBD8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711696" y="298094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7040880" y="2980944"/>
            <a:ext cx="32918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040880" y="298094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7370064" y="2980944"/>
            <a:ext cx="32918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7370064" y="298094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7699248" y="2980944"/>
            <a:ext cx="32918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699248" y="298094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8028432" y="2980944"/>
            <a:ext cx="329184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028432" y="2980944"/>
            <a:ext cx="3291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48" name="Text 45"/>
          <p:cNvSpPr txBox="1"/>
          <p:nvPr/>
        </p:nvSpPr>
        <p:spPr>
          <a:xfrm>
            <a:off x="5577840" y="352044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4 flipped (1 → 0).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extra check information, the receiver cannot tell.</a:t>
            </a:r>
            <a:endParaRPr lang="en-US" sz="115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0D0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Definition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DCE9F5"/>
          </a:solidFill>
          <a:ln w="12700">
            <a:solidFill>
              <a:srgbClr val="1E4E7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91440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</a:t>
            </a:r>
            <a:r>
              <a:rPr lang="en-US" sz="1400" dirty="0">
                <a:solidFill>
                  <a:srgbClr val="1E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prototype that analyses a transmission / error-handling requirement and dynamically selects a suitable error-control technique (Parity, Checksum, CRC or Hamming Code), then simulates transmission and receiver-side checking.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103120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94360" y="2221992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94360" y="22219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and error-handling requirement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94360" y="32461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data to transmit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Requirement: detect, verify, burst, correct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simulated bit error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246120" y="2103120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83280" y="2221992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006E7F"/>
          </a:solidFill>
          <a:ln w="6350">
            <a:solidFill>
              <a:srgbClr val="006E7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383280" y="22219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3383280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Select, encode, transmit, check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383280" y="32461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module picks a technique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 adds check information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may corrupt bits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035040" y="2103120"/>
            <a:ext cx="2651760" cy="2423160"/>
          </a:xfrm>
          <a:prstGeom prst="roundRect">
            <a:avLst>
              <a:gd name="adj" fmla="val 3019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72200" y="2221992"/>
            <a:ext cx="1097280" cy="292608"/>
          </a:xfrm>
          <a:prstGeom prst="roundRect">
            <a:avLst>
              <a:gd name="adj" fmla="val 18750"/>
            </a:avLst>
          </a:prstGeom>
          <a:solidFill>
            <a:srgbClr val="C55A11"/>
          </a:solidFill>
          <a:ln w="6350">
            <a:solidFill>
              <a:srgbClr val="C55A1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172200" y="222199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6172200" y="26060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status and corrected data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6172200" y="32461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 technique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status and position</a:t>
            </a:r>
            <a:endParaRPr lang="en-US" sz="12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data (if supported)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0D0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Types of Transmission Errors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262890" y="760476"/>
            <a:ext cx="3768090" cy="3855720"/>
          </a:xfrm>
          <a:prstGeom prst="roundRect">
            <a:avLst>
              <a:gd name="adj" fmla="val 2667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4360" y="850392"/>
            <a:ext cx="1435608" cy="265176"/>
          </a:xfrm>
          <a:prstGeom prst="roundRect">
            <a:avLst>
              <a:gd name="adj" fmla="val 18750"/>
            </a:avLst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6354" y="838962"/>
            <a:ext cx="15316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SINGLE-BIT ERROR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2736342"/>
            <a:ext cx="1405890" cy="287274"/>
          </a:xfrm>
          <a:prstGeom prst="roundRect">
            <a:avLst>
              <a:gd name="adj" fmla="val 18750"/>
            </a:avLst>
          </a:prstGeom>
          <a:solidFill>
            <a:srgbClr val="C55A11"/>
          </a:solidFill>
          <a:ln w="6350">
            <a:solidFill>
              <a:srgbClr val="C55A11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8"/>
          <p:cNvSpPr txBox="1"/>
          <p:nvPr/>
        </p:nvSpPr>
        <p:spPr>
          <a:xfrm>
            <a:off x="340614" y="27432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BURST ERROR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120396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40080" y="1444752"/>
            <a:ext cx="34747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1423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87552" y="1444752"/>
            <a:ext cx="34747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87552" y="1423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335024" y="1444752"/>
            <a:ext cx="34747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335024" y="1423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1682496" y="1444752"/>
            <a:ext cx="34747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682496" y="1423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029968" y="1444752"/>
            <a:ext cx="34747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029968" y="1423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2377440" y="1444752"/>
            <a:ext cx="34747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377440" y="1423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2724912" y="1444752"/>
            <a:ext cx="34747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724912" y="1423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072384" y="1444752"/>
            <a:ext cx="34747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072384" y="14234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40080" y="188061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40080" y="2121408"/>
            <a:ext cx="34747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40080" y="2100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987552" y="2121408"/>
            <a:ext cx="34747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987552" y="2100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1335024" y="2121408"/>
            <a:ext cx="34747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335024" y="2100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1682496" y="2121408"/>
            <a:ext cx="347472" cy="347472"/>
          </a:xfrm>
          <a:prstGeom prst="rect">
            <a:avLst/>
          </a:prstGeom>
          <a:solidFill>
            <a:srgbClr val="FADBD8"/>
          </a:solidFill>
          <a:ln w="19050">
            <a:solidFill>
              <a:srgbClr val="C0392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682496" y="2100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2029968" y="2121408"/>
            <a:ext cx="34747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2029968" y="2100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2377440" y="2121408"/>
            <a:ext cx="34747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2377440" y="2100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2724912" y="2121408"/>
            <a:ext cx="34747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2724912" y="2100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3072384" y="2121408"/>
            <a:ext cx="347472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3072384" y="210007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47" name="Text 44"/>
          <p:cNvSpPr txBox="1"/>
          <p:nvPr/>
        </p:nvSpPr>
        <p:spPr>
          <a:xfrm>
            <a:off x="594360" y="313334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594360" y="3352800"/>
            <a:ext cx="274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94360" y="3352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868680" y="3352800"/>
            <a:ext cx="274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68680" y="3352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2" name="Shape 49"/>
          <p:cNvSpPr/>
          <p:nvPr/>
        </p:nvSpPr>
        <p:spPr>
          <a:xfrm>
            <a:off x="1143000" y="3352800"/>
            <a:ext cx="274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1143000" y="3352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54" name="Shape 51"/>
          <p:cNvSpPr/>
          <p:nvPr/>
        </p:nvSpPr>
        <p:spPr>
          <a:xfrm>
            <a:off x="1417320" y="3352800"/>
            <a:ext cx="274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1417320" y="3352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56" name="Shape 53"/>
          <p:cNvSpPr/>
          <p:nvPr/>
        </p:nvSpPr>
        <p:spPr>
          <a:xfrm>
            <a:off x="1691640" y="3352800"/>
            <a:ext cx="274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1691640" y="3352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58" name="Shape 55"/>
          <p:cNvSpPr/>
          <p:nvPr/>
        </p:nvSpPr>
        <p:spPr>
          <a:xfrm>
            <a:off x="1965960" y="3352800"/>
            <a:ext cx="274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1965960" y="3352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0" name="Shape 57"/>
          <p:cNvSpPr/>
          <p:nvPr/>
        </p:nvSpPr>
        <p:spPr>
          <a:xfrm>
            <a:off x="2240280" y="3352800"/>
            <a:ext cx="274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240280" y="3352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2514600" y="3352800"/>
            <a:ext cx="274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2514600" y="3352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2788920" y="3352800"/>
            <a:ext cx="274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2788920" y="3352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3063240" y="3352800"/>
            <a:ext cx="274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3063240" y="3352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68" name="Shape 65"/>
          <p:cNvSpPr/>
          <p:nvPr/>
        </p:nvSpPr>
        <p:spPr>
          <a:xfrm>
            <a:off x="3337560" y="3352800"/>
            <a:ext cx="274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3337560" y="3352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3611880" y="3352800"/>
            <a:ext cx="274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3611880" y="3352800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2" name="Text 69"/>
          <p:cNvSpPr txBox="1"/>
          <p:nvPr/>
        </p:nvSpPr>
        <p:spPr>
          <a:xfrm>
            <a:off x="594360" y="38100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B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1100" dirty="0"/>
          </a:p>
        </p:txBody>
      </p:sp>
      <p:sp>
        <p:nvSpPr>
          <p:cNvPr id="73" name="Shape 70"/>
          <p:cNvSpPr/>
          <p:nvPr/>
        </p:nvSpPr>
        <p:spPr>
          <a:xfrm>
            <a:off x="594360" y="4029456"/>
            <a:ext cx="274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594360" y="402945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5" name="Shape 72"/>
          <p:cNvSpPr/>
          <p:nvPr/>
        </p:nvSpPr>
        <p:spPr>
          <a:xfrm>
            <a:off x="868680" y="4029456"/>
            <a:ext cx="274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868680" y="402945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77" name="Shape 74"/>
          <p:cNvSpPr/>
          <p:nvPr/>
        </p:nvSpPr>
        <p:spPr>
          <a:xfrm>
            <a:off x="1143000" y="4029456"/>
            <a:ext cx="274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78" name="Text 75"/>
          <p:cNvSpPr txBox="1"/>
          <p:nvPr/>
        </p:nvSpPr>
        <p:spPr>
          <a:xfrm>
            <a:off x="1143000" y="402945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79" name="Shape 76"/>
          <p:cNvSpPr/>
          <p:nvPr/>
        </p:nvSpPr>
        <p:spPr>
          <a:xfrm>
            <a:off x="1417320" y="4029456"/>
            <a:ext cx="274320" cy="347472"/>
          </a:xfrm>
          <a:prstGeom prst="rect">
            <a:avLst/>
          </a:prstGeom>
          <a:solidFill>
            <a:srgbClr val="FDE4CF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80" name="Text 77"/>
          <p:cNvSpPr txBox="1"/>
          <p:nvPr/>
        </p:nvSpPr>
        <p:spPr>
          <a:xfrm>
            <a:off x="1417320" y="402945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81" name="Shape 78"/>
          <p:cNvSpPr/>
          <p:nvPr/>
        </p:nvSpPr>
        <p:spPr>
          <a:xfrm>
            <a:off x="1691640" y="4029456"/>
            <a:ext cx="274320" cy="347472"/>
          </a:xfrm>
          <a:prstGeom prst="rect">
            <a:avLst/>
          </a:prstGeom>
          <a:solidFill>
            <a:srgbClr val="FDE4CF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1691640" y="402945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3" name="Shape 80"/>
          <p:cNvSpPr/>
          <p:nvPr/>
        </p:nvSpPr>
        <p:spPr>
          <a:xfrm>
            <a:off x="1965960" y="4029456"/>
            <a:ext cx="274320" cy="347472"/>
          </a:xfrm>
          <a:prstGeom prst="rect">
            <a:avLst/>
          </a:prstGeom>
          <a:solidFill>
            <a:srgbClr val="FDE4CF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84" name="Text 81"/>
          <p:cNvSpPr txBox="1"/>
          <p:nvPr/>
        </p:nvSpPr>
        <p:spPr>
          <a:xfrm>
            <a:off x="1965960" y="402945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5" name="Shape 82"/>
          <p:cNvSpPr/>
          <p:nvPr/>
        </p:nvSpPr>
        <p:spPr>
          <a:xfrm>
            <a:off x="2240280" y="4029456"/>
            <a:ext cx="274320" cy="347472"/>
          </a:xfrm>
          <a:prstGeom prst="rect">
            <a:avLst/>
          </a:prstGeom>
          <a:solidFill>
            <a:srgbClr val="FDE4CF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86" name="Text 83"/>
          <p:cNvSpPr txBox="1"/>
          <p:nvPr/>
        </p:nvSpPr>
        <p:spPr>
          <a:xfrm>
            <a:off x="2240280" y="402945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87" name="Shape 84"/>
          <p:cNvSpPr/>
          <p:nvPr/>
        </p:nvSpPr>
        <p:spPr>
          <a:xfrm>
            <a:off x="2514600" y="4029456"/>
            <a:ext cx="274320" cy="347472"/>
          </a:xfrm>
          <a:prstGeom prst="rect">
            <a:avLst/>
          </a:prstGeom>
          <a:solidFill>
            <a:srgbClr val="FDE4CF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2514600" y="402945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89" name="Shape 86"/>
          <p:cNvSpPr/>
          <p:nvPr/>
        </p:nvSpPr>
        <p:spPr>
          <a:xfrm>
            <a:off x="2788920" y="4029456"/>
            <a:ext cx="274320" cy="347472"/>
          </a:xfrm>
          <a:prstGeom prst="rect">
            <a:avLst/>
          </a:prstGeom>
          <a:solidFill>
            <a:srgbClr val="FDE4CF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2788920" y="402945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55A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91" name="Shape 88"/>
          <p:cNvSpPr/>
          <p:nvPr/>
        </p:nvSpPr>
        <p:spPr>
          <a:xfrm>
            <a:off x="3063240" y="4029456"/>
            <a:ext cx="274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3063240" y="402945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93" name="Shape 90"/>
          <p:cNvSpPr/>
          <p:nvPr/>
        </p:nvSpPr>
        <p:spPr>
          <a:xfrm>
            <a:off x="3337560" y="4029456"/>
            <a:ext cx="274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3337560" y="402945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95" name="Shape 92"/>
          <p:cNvSpPr/>
          <p:nvPr/>
        </p:nvSpPr>
        <p:spPr>
          <a:xfrm>
            <a:off x="3611880" y="4029456"/>
            <a:ext cx="2743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611880" y="4029456"/>
            <a:ext cx="274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F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0D0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4</a:t>
            </a:fld>
            <a:endParaRPr lang="en-US"/>
          </a:p>
        </p:txBody>
      </p:sp>
      <p:graphicFrame>
        <p:nvGraphicFramePr>
          <p:cNvPr id="100" name="Table 0">
            <a:extLst>
              <a:ext uri="{FF2B5EF4-FFF2-40B4-BE49-F238E27FC236}">
                <a16:creationId xmlns:a16="http://schemas.microsoft.com/office/drawing/2014/main" id="{1A699388-4F4D-D498-A40C-722F89A3C7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2145886"/>
              </p:ext>
            </p:extLst>
          </p:nvPr>
        </p:nvGraphicFramePr>
        <p:xfrm>
          <a:off x="4131564" y="1351788"/>
          <a:ext cx="4937760" cy="2578608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Idea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E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extra bit makes the count of 1s even (or odd)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B65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06E7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Checksum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Sender sums data blocks; receiver recomputes and compares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B65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C55A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Polynomial division; remainder appended to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B65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Detection only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6A4C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Hamming Code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Several parity bits at power-of-2 positions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Detects and corrects single-bit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27432" marB="27432" anchor="ctr">
                    <a:lnL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1" name="Text 7">
            <a:extLst>
              <a:ext uri="{FF2B5EF4-FFF2-40B4-BE49-F238E27FC236}">
                <a16:creationId xmlns:a16="http://schemas.microsoft.com/office/drawing/2014/main" id="{481FCDB2-ABC9-441A-46B2-57CC686F3D44}"/>
              </a:ext>
            </a:extLst>
          </p:cNvPr>
          <p:cNvSpPr txBox="1">
            <a:spLocks/>
          </p:cNvSpPr>
          <p:nvPr/>
        </p:nvSpPr>
        <p:spPr>
          <a:xfrm>
            <a:off x="4108704" y="76047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indent="0" algn="ctr" defTabSz="914400" rtl="0" eaLnBrk="1" latinLnBrk="0" hangingPunct="1">
              <a:spcBef>
                <a:spcPct val="0"/>
              </a:spcBef>
              <a:buNone/>
              <a:defRPr lang="en-US" sz="2800" b="1" kern="1200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defRPr>
            </a:lvl1pPr>
          </a:lstStyle>
          <a:p>
            <a:r>
              <a:rPr lang="en-IN" sz="1600" dirty="0"/>
              <a:t>Error-Control Techniques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vs Proposed Approach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663440" y="914400"/>
            <a:ext cx="4023360" cy="2926080"/>
          </a:xfrm>
          <a:prstGeom prst="roundRect">
            <a:avLst>
              <a:gd name="adj" fmla="val 2500"/>
            </a:avLst>
          </a:prstGeom>
          <a:solidFill>
            <a:srgbClr val="EAF6F7"/>
          </a:solidFill>
          <a:ln w="9525">
            <a:solidFill>
              <a:srgbClr val="9CD0D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94360" y="1033272"/>
            <a:ext cx="2194560" cy="292608"/>
          </a:xfrm>
          <a:prstGeom prst="roundRect">
            <a:avLst>
              <a:gd name="adj" fmla="val 18750"/>
            </a:avLst>
          </a:prstGeom>
          <a:solidFill>
            <a:srgbClr val="5B6577"/>
          </a:solidFill>
          <a:ln w="6350">
            <a:solidFill>
              <a:srgbClr val="5B657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0332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APPROACH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1033272"/>
            <a:ext cx="2743200" cy="292608"/>
          </a:xfrm>
          <a:prstGeom prst="roundRect">
            <a:avLst>
              <a:gd name="adj" fmla="val 18750"/>
            </a:avLst>
          </a:prstGeom>
          <a:solidFill>
            <a:srgbClr val="006E7F"/>
          </a:solidFill>
          <a:ln w="6350">
            <a:solidFill>
              <a:srgbClr val="006E7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ACADEMIC FRAMEWORK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150876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control is chosen per protocol or application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techniques exist for different needs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is often predefined</a:t>
            </a:r>
            <a:endParaRPr lang="en-US" sz="1400" dirty="0"/>
          </a:p>
          <a:p>
            <a:pPr marL="177800" indent="-1778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technique has its own strengths and limits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150876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demonstration framework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the error-handling requirement as input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Dynamically selects a suitable technique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encoding, transmission, detection and correction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differences between techniques easy to see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4023360"/>
            <a:ext cx="8229600" cy="530352"/>
          </a:xfrm>
          <a:prstGeom prst="roundRect">
            <a:avLst>
              <a:gd name="adj" fmla="val 13793"/>
            </a:avLst>
          </a:prstGeom>
          <a:solidFill>
            <a:srgbClr val="DCE9F5"/>
          </a:solidFill>
          <a:ln w="9525">
            <a:solidFill>
              <a:srgbClr val="1E4E7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0080" y="402336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</a:t>
            </a:r>
            <a:r>
              <a:rPr lang="en-US" sz="1300" dirty="0">
                <a:solidFill>
                  <a:srgbClr val="1E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adaptive decision framework — not a new error-correction algorithm.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0D0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b="1" dirty="0"/>
              <a:t>Key Functions and Their Logic</a:t>
            </a:r>
          </a:p>
        </p:txBody>
      </p:sp>
      <p:sp>
        <p:nvSpPr>
          <p:cNvPr id="26" name="Shape 23"/>
          <p:cNvSpPr/>
          <p:nvPr/>
        </p:nvSpPr>
        <p:spPr>
          <a:xfrm>
            <a:off x="4572000" y="960120"/>
            <a:ext cx="292608" cy="292608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572000" y="960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8" name="Text 25"/>
          <p:cNvSpPr txBox="1"/>
          <p:nvPr/>
        </p:nvSpPr>
        <p:spPr>
          <a:xfrm>
            <a:off x="5029200" y="91440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crcRemainder</a:t>
            </a: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()/</a:t>
            </a:r>
            <a:r>
              <a:rPr lang="en-US" sz="1300" b="1" dirty="0" err="1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verifyCRC</a:t>
            </a: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5029200" y="115214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/>
              <a:t>Calculates and verifies the CRC remainder using XOR division.</a:t>
            </a:r>
          </a:p>
        </p:txBody>
      </p:sp>
      <p:sp>
        <p:nvSpPr>
          <p:cNvPr id="30" name="Shape 27"/>
          <p:cNvSpPr/>
          <p:nvPr/>
        </p:nvSpPr>
        <p:spPr>
          <a:xfrm>
            <a:off x="4572000" y="1563624"/>
            <a:ext cx="292608" cy="292608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572000" y="1563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5029200" y="151790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hammingEncode</a:t>
            </a: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()/</a:t>
            </a:r>
            <a:r>
              <a:rPr lang="en-US" sz="1300" b="1" dirty="0" err="1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hammingDecode</a:t>
            </a: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029200" y="175564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/>
              <a:t>Encodes data and corrects a single-bit error using the syndrome.</a:t>
            </a:r>
          </a:p>
        </p:txBody>
      </p:sp>
      <p:sp>
        <p:nvSpPr>
          <p:cNvPr id="34" name="Shape 31"/>
          <p:cNvSpPr/>
          <p:nvPr/>
        </p:nvSpPr>
        <p:spPr>
          <a:xfrm>
            <a:off x="4572000" y="2167128"/>
            <a:ext cx="292608" cy="292608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572000" y="2167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5029200" y="21214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introduceErrors</a:t>
            </a: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()/</a:t>
            </a:r>
            <a:r>
              <a:rPr lang="en-US" sz="1300" b="1" dirty="0" err="1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introduceHammingError</a:t>
            </a: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029200" y="235915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/>
              <a:t>Simulates transmission errors by flipping bits.</a:t>
            </a:r>
          </a:p>
        </p:txBody>
      </p:sp>
      <p:sp>
        <p:nvSpPr>
          <p:cNvPr id="38" name="Shape 35"/>
          <p:cNvSpPr/>
          <p:nvPr/>
        </p:nvSpPr>
        <p:spPr>
          <a:xfrm>
            <a:off x="4572000" y="2770632"/>
            <a:ext cx="292608" cy="292608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4572000" y="2770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40" name="Text 37"/>
          <p:cNvSpPr txBox="1"/>
          <p:nvPr/>
        </p:nvSpPr>
        <p:spPr>
          <a:xfrm>
            <a:off x="5029200" y="272491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runProject</a:t>
            </a: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300" dirty="0"/>
          </a:p>
        </p:txBody>
      </p:sp>
      <p:sp>
        <p:nvSpPr>
          <p:cNvPr id="41" name="Text 38"/>
          <p:cNvSpPr txBox="1"/>
          <p:nvPr/>
        </p:nvSpPr>
        <p:spPr>
          <a:xfrm>
            <a:off x="5029200" y="296265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/>
              <a:t>Coordinates the selected demonstration and displays results.</a:t>
            </a:r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0D0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6</a:t>
            </a:fld>
            <a:endParaRPr lang="en-US"/>
          </a:p>
        </p:txBody>
      </p:sp>
      <p:sp>
        <p:nvSpPr>
          <p:cNvPr id="3" name="Shape 23">
            <a:extLst>
              <a:ext uri="{FF2B5EF4-FFF2-40B4-BE49-F238E27FC236}">
                <a16:creationId xmlns:a16="http://schemas.microsoft.com/office/drawing/2014/main" id="{EC7E957A-FF7C-BE24-64D4-CCE195813B9A}"/>
              </a:ext>
            </a:extLst>
          </p:cNvPr>
          <p:cNvSpPr/>
          <p:nvPr/>
        </p:nvSpPr>
        <p:spPr>
          <a:xfrm>
            <a:off x="198120" y="923544"/>
            <a:ext cx="292608" cy="292608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4" name="Text 24">
            <a:extLst>
              <a:ext uri="{FF2B5EF4-FFF2-40B4-BE49-F238E27FC236}">
                <a16:creationId xmlns:a16="http://schemas.microsoft.com/office/drawing/2014/main" id="{EA8CB961-A79C-79D0-ACF6-99FB099D2D5C}"/>
              </a:ext>
            </a:extLst>
          </p:cNvPr>
          <p:cNvSpPr txBox="1"/>
          <p:nvPr/>
        </p:nvSpPr>
        <p:spPr>
          <a:xfrm>
            <a:off x="198120" y="9235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7F19D894-393E-08D3-860B-EE05B89E31D1}"/>
              </a:ext>
            </a:extLst>
          </p:cNvPr>
          <p:cNvSpPr txBox="1"/>
          <p:nvPr/>
        </p:nvSpPr>
        <p:spPr>
          <a:xfrm>
            <a:off x="655320" y="87782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isBinary</a:t>
            </a: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300" dirty="0"/>
          </a:p>
        </p:txBody>
      </p:sp>
      <p:sp>
        <p:nvSpPr>
          <p:cNvPr id="51" name="Text 26">
            <a:extLst>
              <a:ext uri="{FF2B5EF4-FFF2-40B4-BE49-F238E27FC236}">
                <a16:creationId xmlns:a16="http://schemas.microsoft.com/office/drawing/2014/main" id="{85429CD2-CA08-7E3C-1ACC-8F752B64B8CD}"/>
              </a:ext>
            </a:extLst>
          </p:cNvPr>
          <p:cNvSpPr txBox="1"/>
          <p:nvPr/>
        </p:nvSpPr>
        <p:spPr>
          <a:xfrm>
            <a:off x="655320" y="1115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/>
              <a:t>Validates binary input (0s and 1s).</a:t>
            </a:r>
          </a:p>
        </p:txBody>
      </p:sp>
      <p:sp>
        <p:nvSpPr>
          <p:cNvPr id="52" name="Shape 27">
            <a:extLst>
              <a:ext uri="{FF2B5EF4-FFF2-40B4-BE49-F238E27FC236}">
                <a16:creationId xmlns:a16="http://schemas.microsoft.com/office/drawing/2014/main" id="{A062A296-44A4-F19A-392A-66CB8BF2B267}"/>
              </a:ext>
            </a:extLst>
          </p:cNvPr>
          <p:cNvSpPr/>
          <p:nvPr/>
        </p:nvSpPr>
        <p:spPr>
          <a:xfrm>
            <a:off x="198120" y="1527048"/>
            <a:ext cx="292608" cy="292608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13282636-574F-10F4-2BC5-DD3CE6A641CC}"/>
              </a:ext>
            </a:extLst>
          </p:cNvPr>
          <p:cNvSpPr txBox="1"/>
          <p:nvPr/>
        </p:nvSpPr>
        <p:spPr>
          <a:xfrm>
            <a:off x="198120" y="15270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6B720919-B2F5-BAA6-601A-AD5626A2003F}"/>
              </a:ext>
            </a:extLst>
          </p:cNvPr>
          <p:cNvSpPr txBox="1"/>
          <p:nvPr/>
        </p:nvSpPr>
        <p:spPr>
          <a:xfrm>
            <a:off x="655320" y="148132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findErrors</a:t>
            </a: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300" dirty="0"/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83F207F5-DA06-2D4D-3B90-29A518899C93}"/>
              </a:ext>
            </a:extLst>
          </p:cNvPr>
          <p:cNvSpPr txBox="1"/>
          <p:nvPr/>
        </p:nvSpPr>
        <p:spPr>
          <a:xfrm>
            <a:off x="655320" y="17190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/>
              <a:t>Compares sender and receiver bits to identify error positions.</a:t>
            </a:r>
          </a:p>
        </p:txBody>
      </p:sp>
      <p:sp>
        <p:nvSpPr>
          <p:cNvPr id="56" name="Shape 31">
            <a:extLst>
              <a:ext uri="{FF2B5EF4-FFF2-40B4-BE49-F238E27FC236}">
                <a16:creationId xmlns:a16="http://schemas.microsoft.com/office/drawing/2014/main" id="{0EB468A8-C133-FE56-57D9-C3A17C1EDA7A}"/>
              </a:ext>
            </a:extLst>
          </p:cNvPr>
          <p:cNvSpPr/>
          <p:nvPr/>
        </p:nvSpPr>
        <p:spPr>
          <a:xfrm>
            <a:off x="198120" y="2130552"/>
            <a:ext cx="292608" cy="292608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57" name="Text 32">
            <a:extLst>
              <a:ext uri="{FF2B5EF4-FFF2-40B4-BE49-F238E27FC236}">
                <a16:creationId xmlns:a16="http://schemas.microsoft.com/office/drawing/2014/main" id="{E4A9D583-C43B-0913-3D98-6704D6028DA5}"/>
              </a:ext>
            </a:extLst>
          </p:cNvPr>
          <p:cNvSpPr txBox="1"/>
          <p:nvPr/>
        </p:nvSpPr>
        <p:spPr>
          <a:xfrm>
            <a:off x="198120" y="2130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58" name="Text 33">
            <a:extLst>
              <a:ext uri="{FF2B5EF4-FFF2-40B4-BE49-F238E27FC236}">
                <a16:creationId xmlns:a16="http://schemas.microsoft.com/office/drawing/2014/main" id="{4CD9006C-3C02-9361-055E-601C8F0DDD3C}"/>
              </a:ext>
            </a:extLst>
          </p:cNvPr>
          <p:cNvSpPr txBox="1"/>
          <p:nvPr/>
        </p:nvSpPr>
        <p:spPr>
          <a:xfrm>
            <a:off x="655320" y="208483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isBurstError</a:t>
            </a: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300" dirty="0"/>
          </a:p>
        </p:txBody>
      </p:sp>
      <p:sp>
        <p:nvSpPr>
          <p:cNvPr id="59" name="Text 34">
            <a:extLst>
              <a:ext uri="{FF2B5EF4-FFF2-40B4-BE49-F238E27FC236}">
                <a16:creationId xmlns:a16="http://schemas.microsoft.com/office/drawing/2014/main" id="{FBB5C6A9-ED0B-0A9A-A0ED-78D60C8255DD}"/>
              </a:ext>
            </a:extLst>
          </p:cNvPr>
          <p:cNvSpPr txBox="1"/>
          <p:nvPr/>
        </p:nvSpPr>
        <p:spPr>
          <a:xfrm>
            <a:off x="655320" y="232257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/>
              <a:t>Checks whether detected errors are consecutive.</a:t>
            </a:r>
          </a:p>
        </p:txBody>
      </p:sp>
      <p:sp>
        <p:nvSpPr>
          <p:cNvPr id="60" name="Shape 35">
            <a:extLst>
              <a:ext uri="{FF2B5EF4-FFF2-40B4-BE49-F238E27FC236}">
                <a16:creationId xmlns:a16="http://schemas.microsoft.com/office/drawing/2014/main" id="{A8258A71-4F8E-BE61-C016-EC5901703068}"/>
              </a:ext>
            </a:extLst>
          </p:cNvPr>
          <p:cNvSpPr/>
          <p:nvPr/>
        </p:nvSpPr>
        <p:spPr>
          <a:xfrm>
            <a:off x="198120" y="2734056"/>
            <a:ext cx="292608" cy="292608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61" name="Text 36">
            <a:extLst>
              <a:ext uri="{FF2B5EF4-FFF2-40B4-BE49-F238E27FC236}">
                <a16:creationId xmlns:a16="http://schemas.microsoft.com/office/drawing/2014/main" id="{E9472A8B-5A2F-CF13-202E-09AE7102A2FE}"/>
              </a:ext>
            </a:extLst>
          </p:cNvPr>
          <p:cNvSpPr txBox="1"/>
          <p:nvPr/>
        </p:nvSpPr>
        <p:spPr>
          <a:xfrm>
            <a:off x="198120" y="27340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62" name="Text 37">
            <a:extLst>
              <a:ext uri="{FF2B5EF4-FFF2-40B4-BE49-F238E27FC236}">
                <a16:creationId xmlns:a16="http://schemas.microsoft.com/office/drawing/2014/main" id="{28843352-AC11-F49E-377F-0E522877DC47}"/>
              </a:ext>
            </a:extLst>
          </p:cNvPr>
          <p:cNvSpPr txBox="1"/>
          <p:nvPr/>
        </p:nvSpPr>
        <p:spPr>
          <a:xfrm>
            <a:off x="655320" y="268833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chooseTechinque</a:t>
            </a: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300" dirty="0"/>
          </a:p>
        </p:txBody>
      </p:sp>
      <p:sp>
        <p:nvSpPr>
          <p:cNvPr id="63" name="Text 38">
            <a:extLst>
              <a:ext uri="{FF2B5EF4-FFF2-40B4-BE49-F238E27FC236}">
                <a16:creationId xmlns:a16="http://schemas.microsoft.com/office/drawing/2014/main" id="{FFE58F68-AFCA-F1A9-4900-D7CC48CA96A0}"/>
              </a:ext>
            </a:extLst>
          </p:cNvPr>
          <p:cNvSpPr txBox="1"/>
          <p:nvPr/>
        </p:nvSpPr>
        <p:spPr>
          <a:xfrm>
            <a:off x="655320" y="2894317"/>
            <a:ext cx="3916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/>
              <a:t>Automatically recommends a technique based on the error pattern.</a:t>
            </a:r>
          </a:p>
        </p:txBody>
      </p:sp>
      <p:sp>
        <p:nvSpPr>
          <p:cNvPr id="64" name="Shape 39">
            <a:extLst>
              <a:ext uri="{FF2B5EF4-FFF2-40B4-BE49-F238E27FC236}">
                <a16:creationId xmlns:a16="http://schemas.microsoft.com/office/drawing/2014/main" id="{D55632A8-2B80-10F3-0C1B-BECB8B8763CD}"/>
              </a:ext>
            </a:extLst>
          </p:cNvPr>
          <p:cNvSpPr/>
          <p:nvPr/>
        </p:nvSpPr>
        <p:spPr>
          <a:xfrm>
            <a:off x="198120" y="3337560"/>
            <a:ext cx="292608" cy="292608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65" name="Text 40">
            <a:extLst>
              <a:ext uri="{FF2B5EF4-FFF2-40B4-BE49-F238E27FC236}">
                <a16:creationId xmlns:a16="http://schemas.microsoft.com/office/drawing/2014/main" id="{FD8B9BE4-BFEE-BF04-F982-42859DC98540}"/>
              </a:ext>
            </a:extLst>
          </p:cNvPr>
          <p:cNvSpPr txBox="1"/>
          <p:nvPr/>
        </p:nvSpPr>
        <p:spPr>
          <a:xfrm>
            <a:off x="19812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66" name="Text 41">
            <a:extLst>
              <a:ext uri="{FF2B5EF4-FFF2-40B4-BE49-F238E27FC236}">
                <a16:creationId xmlns:a16="http://schemas.microsoft.com/office/drawing/2014/main" id="{C614B38E-C647-5345-F1FA-63CF1CEC40F4}"/>
              </a:ext>
            </a:extLst>
          </p:cNvPr>
          <p:cNvSpPr txBox="1"/>
          <p:nvPr/>
        </p:nvSpPr>
        <p:spPr>
          <a:xfrm>
            <a:off x="655320" y="329184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getParityBit</a:t>
            </a: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()/</a:t>
            </a:r>
            <a:r>
              <a:rPr lang="en-US" sz="1300" b="1" dirty="0" err="1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checkEvenParity</a:t>
            </a: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300" dirty="0"/>
          </a:p>
        </p:txBody>
      </p:sp>
      <p:sp>
        <p:nvSpPr>
          <p:cNvPr id="67" name="Text 42">
            <a:extLst>
              <a:ext uri="{FF2B5EF4-FFF2-40B4-BE49-F238E27FC236}">
                <a16:creationId xmlns:a16="http://schemas.microsoft.com/office/drawing/2014/main" id="{6FF8954C-C35A-EB7C-3A65-ADE34B9EB815}"/>
              </a:ext>
            </a:extLst>
          </p:cNvPr>
          <p:cNvSpPr txBox="1"/>
          <p:nvPr/>
        </p:nvSpPr>
        <p:spPr>
          <a:xfrm>
            <a:off x="655320" y="352958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/>
              <a:t>Generates and verifies the parity bit.</a:t>
            </a:r>
          </a:p>
        </p:txBody>
      </p:sp>
      <p:sp>
        <p:nvSpPr>
          <p:cNvPr id="70" name="Text 45">
            <a:extLst>
              <a:ext uri="{FF2B5EF4-FFF2-40B4-BE49-F238E27FC236}">
                <a16:creationId xmlns:a16="http://schemas.microsoft.com/office/drawing/2014/main" id="{6155135F-656B-DB3D-2C5C-00D4F3C88C6E}"/>
              </a:ext>
            </a:extLst>
          </p:cNvPr>
          <p:cNvSpPr txBox="1"/>
          <p:nvPr/>
        </p:nvSpPr>
        <p:spPr>
          <a:xfrm>
            <a:off x="655320" y="389534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 err="1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getChecksum</a:t>
            </a: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()/</a:t>
            </a:r>
            <a:r>
              <a:rPr lang="en-US" sz="1300" b="1" dirty="0" err="1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verifyChecksum</a:t>
            </a:r>
            <a:r>
              <a:rPr lang="en-US" sz="1300" b="1" dirty="0">
                <a:solidFill>
                  <a:srgbClr val="0D1F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</a:t>
            </a:r>
            <a:endParaRPr lang="en-US" sz="1300" dirty="0"/>
          </a:p>
        </p:txBody>
      </p:sp>
      <p:sp>
        <p:nvSpPr>
          <p:cNvPr id="71" name="Text 46">
            <a:extLst>
              <a:ext uri="{FF2B5EF4-FFF2-40B4-BE49-F238E27FC236}">
                <a16:creationId xmlns:a16="http://schemas.microsoft.com/office/drawing/2014/main" id="{046C57AB-7828-9FFA-1564-B13452902EB6}"/>
              </a:ext>
            </a:extLst>
          </p:cNvPr>
          <p:cNvSpPr txBox="1"/>
          <p:nvPr/>
        </p:nvSpPr>
        <p:spPr>
          <a:xfrm>
            <a:off x="655320" y="413308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00" dirty="0"/>
              <a:t>Generates and verifies the checksum.</a:t>
            </a:r>
          </a:p>
        </p:txBody>
      </p:sp>
      <p:sp>
        <p:nvSpPr>
          <p:cNvPr id="76" name="Shape 39">
            <a:extLst>
              <a:ext uri="{FF2B5EF4-FFF2-40B4-BE49-F238E27FC236}">
                <a16:creationId xmlns:a16="http://schemas.microsoft.com/office/drawing/2014/main" id="{D5798754-82A1-1A19-81D3-051A623ACB79}"/>
              </a:ext>
            </a:extLst>
          </p:cNvPr>
          <p:cNvSpPr/>
          <p:nvPr/>
        </p:nvSpPr>
        <p:spPr>
          <a:xfrm>
            <a:off x="204216" y="3902964"/>
            <a:ext cx="292608" cy="292608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77" name="Text 40">
            <a:extLst>
              <a:ext uri="{FF2B5EF4-FFF2-40B4-BE49-F238E27FC236}">
                <a16:creationId xmlns:a16="http://schemas.microsoft.com/office/drawing/2014/main" id="{F2368162-7234-D94F-71BF-19225E6B5F44}"/>
              </a:ext>
            </a:extLst>
          </p:cNvPr>
          <p:cNvSpPr txBox="1"/>
          <p:nvPr/>
        </p:nvSpPr>
        <p:spPr>
          <a:xfrm>
            <a:off x="204216" y="39029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 &amp; Code </a:t>
            </a:r>
            <a:endParaRPr lang="en-US" sz="2800" dirty="0"/>
          </a:p>
        </p:txBody>
      </p:sp>
      <p:sp>
        <p:nvSpPr>
          <p:cNvPr id="6" name="Text 3"/>
          <p:cNvSpPr txBox="1"/>
          <p:nvPr/>
        </p:nvSpPr>
        <p:spPr>
          <a:xfrm>
            <a:off x="2141220" y="9144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E4E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error-control flow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141220" y="1316736"/>
            <a:ext cx="274320" cy="274320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41220" y="1316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2552700" y="1256939"/>
            <a:ext cx="4450080" cy="4251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Accept the sender data bits and receiver data bits as input.</a:t>
            </a:r>
          </a:p>
        </p:txBody>
      </p:sp>
      <p:sp>
        <p:nvSpPr>
          <p:cNvPr id="10" name="Shape 7"/>
          <p:cNvSpPr/>
          <p:nvPr/>
        </p:nvSpPr>
        <p:spPr>
          <a:xfrm>
            <a:off x="2141220" y="1856232"/>
            <a:ext cx="274320" cy="274320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141220" y="18562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2552700" y="1832650"/>
            <a:ext cx="43173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Validate both inputs and check that their lengths are equal.</a:t>
            </a:r>
          </a:p>
        </p:txBody>
      </p:sp>
      <p:sp>
        <p:nvSpPr>
          <p:cNvPr id="13" name="Shape 10"/>
          <p:cNvSpPr/>
          <p:nvPr/>
        </p:nvSpPr>
        <p:spPr>
          <a:xfrm>
            <a:off x="2141220" y="2395728"/>
            <a:ext cx="274320" cy="274320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41220" y="23957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552700" y="2304288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Compare the sender and receiver data bit by bit.</a:t>
            </a:r>
          </a:p>
        </p:txBody>
      </p:sp>
      <p:sp>
        <p:nvSpPr>
          <p:cNvPr id="16" name="Shape 13"/>
          <p:cNvSpPr/>
          <p:nvPr/>
        </p:nvSpPr>
        <p:spPr>
          <a:xfrm>
            <a:off x="2141220" y="2935224"/>
            <a:ext cx="274320" cy="274320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141220" y="29352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2552700" y="2866885"/>
            <a:ext cx="4594058" cy="342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Identify the error positions and count the mismatched bits.</a:t>
            </a:r>
          </a:p>
        </p:txBody>
      </p:sp>
      <p:sp>
        <p:nvSpPr>
          <p:cNvPr id="19" name="Shape 16"/>
          <p:cNvSpPr/>
          <p:nvPr/>
        </p:nvSpPr>
        <p:spPr>
          <a:xfrm>
            <a:off x="2141220" y="3474720"/>
            <a:ext cx="274320" cy="274320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141220" y="3474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2552700" y="3438144"/>
            <a:ext cx="5857374" cy="34265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Analyze the error pattern and automatically recommend a suitable technique</a:t>
            </a:r>
          </a:p>
        </p:txBody>
      </p:sp>
      <p:sp>
        <p:nvSpPr>
          <p:cNvPr id="24" name="Text 21"/>
          <p:cNvSpPr txBox="1"/>
          <p:nvPr/>
        </p:nvSpPr>
        <p:spPr>
          <a:xfrm>
            <a:off x="2552700" y="4014216"/>
            <a:ext cx="65913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/>
              <a:t>Display the recommended technique, error status, error positions, and correction or detection result.</a:t>
            </a:r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0D0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7</a:t>
            </a:fld>
            <a:endParaRPr lang="en-US"/>
          </a:p>
        </p:txBody>
      </p:sp>
      <p:sp>
        <p:nvSpPr>
          <p:cNvPr id="3" name="Shape 39">
            <a:extLst>
              <a:ext uri="{FF2B5EF4-FFF2-40B4-BE49-F238E27FC236}">
                <a16:creationId xmlns:a16="http://schemas.microsoft.com/office/drawing/2014/main" id="{A1E210EE-8C8E-61EC-FAC5-EEA7AFE203C5}"/>
              </a:ext>
            </a:extLst>
          </p:cNvPr>
          <p:cNvSpPr/>
          <p:nvPr/>
        </p:nvSpPr>
        <p:spPr>
          <a:xfrm>
            <a:off x="2141220" y="4014216"/>
            <a:ext cx="292608" cy="292608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4" name="Text 40">
            <a:extLst>
              <a:ext uri="{FF2B5EF4-FFF2-40B4-BE49-F238E27FC236}">
                <a16:creationId xmlns:a16="http://schemas.microsoft.com/office/drawing/2014/main" id="{761F1ED6-65CE-7A08-6C14-3BA3845DAA5F}"/>
              </a:ext>
            </a:extLst>
          </p:cNvPr>
          <p:cNvSpPr txBox="1"/>
          <p:nvPr/>
        </p:nvSpPr>
        <p:spPr>
          <a:xfrm>
            <a:off x="2141220" y="40142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Output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7543800" cy="3771900"/>
          </a:xfrm>
          <a:prstGeom prst="roundRect">
            <a:avLst>
              <a:gd name="adj" fmla="val 2985"/>
            </a:avLst>
          </a:prstGeom>
          <a:solidFill>
            <a:srgbClr val="0D1F3C"/>
          </a:solidFill>
          <a:ln w="6350">
            <a:solidFill>
              <a:srgbClr val="0D1F3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024128"/>
            <a:ext cx="2194560" cy="274320"/>
          </a:xfrm>
          <a:prstGeom prst="roundRect">
            <a:avLst>
              <a:gd name="adj" fmla="val 20000"/>
            </a:avLst>
          </a:prstGeom>
          <a:solidFill>
            <a:srgbClr val="D4A017"/>
          </a:solidFill>
          <a:ln w="6350">
            <a:solidFill>
              <a:srgbClr val="D4A01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024128"/>
            <a:ext cx="22479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output 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1508760"/>
            <a:ext cx="6248400" cy="317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Dynamic Error Detection and Correction System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Sender Data Bits                     : </a:t>
            </a:r>
            <a:r>
              <a:rPr lang="en-US" sz="12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1011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Receiver Data Bits: 1001 Requirement : </a:t>
            </a: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Single-bit correction</a:t>
            </a:r>
            <a:endParaRPr lang="en-US" sz="1200" dirty="0"/>
          </a:p>
          <a:p>
            <a:pPr marL="0" indent="0">
              <a:spcAft>
                <a:spcPts val="600"/>
              </a:spcAft>
              <a:buNone/>
            </a:pPr>
            <a:endParaRPr lang="en-US" sz="1200" dirty="0">
              <a:solidFill>
                <a:srgbClr val="F0D060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 TRANSMISSION REPORT =====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Sender Data       : </a:t>
            </a:r>
            <a:r>
              <a:rPr lang="en-US" sz="12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1011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Receiver Data     : </a:t>
            </a:r>
            <a:r>
              <a:rPr lang="en-US" sz="12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1001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Detected    : </a:t>
            </a:r>
            <a:r>
              <a:rPr lang="en-US" sz="12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Count       : </a:t>
            </a:r>
            <a:r>
              <a:rPr lang="en-US" sz="12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Positions   : </a:t>
            </a:r>
            <a:r>
              <a:rPr lang="en-US" sz="12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[3]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Recommended Tech. : </a:t>
            </a:r>
            <a:r>
              <a:rPr lang="en-US" sz="12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Hamming Code</a:t>
            </a:r>
            <a:endParaRPr lang="en-US" sz="1200" b="1" dirty="0">
              <a:solidFill>
                <a:schemeClr val="bg2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0D0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8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FDDB810-4C4B-65AC-A1A1-6916588EDBD0}"/>
              </a:ext>
            </a:extLst>
          </p:cNvPr>
          <p:cNvCxnSpPr/>
          <p:nvPr/>
        </p:nvCxnSpPr>
        <p:spPr>
          <a:xfrm>
            <a:off x="4091940" y="2346960"/>
            <a:ext cx="0" cy="2202180"/>
          </a:xfrm>
          <a:prstGeom prst="line">
            <a:avLst/>
          </a:prstGeom>
          <a:ln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6">
            <a:extLst>
              <a:ext uri="{FF2B5EF4-FFF2-40B4-BE49-F238E27FC236}">
                <a16:creationId xmlns:a16="http://schemas.microsoft.com/office/drawing/2014/main" id="{2088707F-83FE-3776-E48F-5025598EC418}"/>
              </a:ext>
            </a:extLst>
          </p:cNvPr>
          <p:cNvSpPr txBox="1"/>
          <p:nvPr/>
        </p:nvSpPr>
        <p:spPr>
          <a:xfrm>
            <a:off x="4526280" y="2571750"/>
            <a:ext cx="3909060" cy="1459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Hamming Code Demonstration ---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Encoded Codeword  : </a:t>
            </a:r>
            <a:r>
              <a:rPr lang="en-US" sz="12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1010101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Corrupted Word    : </a:t>
            </a:r>
            <a:r>
              <a:rPr lang="en-US" sz="12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1000101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Recovered Data    : </a:t>
            </a:r>
            <a:r>
              <a:rPr lang="en-US" sz="12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1011</a:t>
            </a:r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0D0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Correction Status : </a:t>
            </a:r>
            <a:r>
              <a:rPr lang="en-US" sz="1200" b="1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SUCCESS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078992"/>
            <a:ext cx="310896" cy="310896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1078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91440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unified, adaptive framework for demonstrating reliable data transmission.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1810512"/>
            <a:ext cx="310896" cy="310896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5720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164592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technique is selected according to the transmission requirement.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542032"/>
            <a:ext cx="310896" cy="310896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5420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" y="237744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code gives single-bit correction; CRC, checksum and parity give different kinds of detection.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57200" y="3273552"/>
            <a:ext cx="310896" cy="310896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7200" y="3273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914400" y="310896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contribution is the adaptive decision framework, not a new error-correction algorithm.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57200" y="4005072"/>
            <a:ext cx="310896" cy="310896"/>
          </a:xfrm>
          <a:prstGeom prst="ellipse">
            <a:avLst/>
          </a:prstGeom>
          <a:solidFill>
            <a:srgbClr val="C55A11"/>
          </a:solidFill>
          <a:ln w="6350">
            <a:solidFill>
              <a:srgbClr val="C55A1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" y="4005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914400" y="3840480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channel-aware error-control selection.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852160" y="914400"/>
            <a:ext cx="2834640" cy="1691640"/>
          </a:xfrm>
          <a:prstGeom prst="roundRect">
            <a:avLst>
              <a:gd name="adj" fmla="val 5405"/>
            </a:avLst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989320" y="914400"/>
            <a:ext cx="2560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Parity · Checksum · CRC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that an error exists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852160" y="2788920"/>
            <a:ext cx="2834640" cy="1737360"/>
          </a:xfrm>
          <a:prstGeom prst="roundRect">
            <a:avLst>
              <a:gd name="adj" fmla="val 5263"/>
            </a:avLst>
          </a:prstGeom>
          <a:solidFill>
            <a:srgbClr val="006E7F"/>
          </a:solidFill>
          <a:ln w="6350">
            <a:solidFill>
              <a:srgbClr val="006E7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989320" y="2788920"/>
            <a:ext cx="2560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00" b="1" dirty="0">
                <a:solidFill>
                  <a:srgbClr val="F0D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Hamming Code</a:t>
            </a:r>
            <a:endParaRPr lang="en-US" sz="12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Single-bit error: locate and fix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0D0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>
            <a:spLocks noGrp="1"/>
          </p:cNvSpPr>
          <p:nvPr>
            <p:ph type="title" idx="108" hasCustomPrompt="1"/>
          </p:nvPr>
        </p:nvSpPr>
        <p:spPr>
          <a:xfrm>
            <a:off x="45720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1F3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914400"/>
            <a:ext cx="8229600" cy="2857500"/>
          </a:xfrm>
          <a:prstGeom prst="roundRect">
            <a:avLst>
              <a:gd name="adj" fmla="val 2025"/>
            </a:avLst>
          </a:prstGeom>
          <a:solidFill>
            <a:srgbClr val="F3F6FA"/>
          </a:solidFill>
          <a:ln w="9525">
            <a:solidFill>
              <a:srgbClr val="D5DD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40080" y="1088136"/>
            <a:ext cx="256032" cy="256032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10881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1051560" y="104698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 err="1"/>
              <a:t>GeeksforGeeks</a:t>
            </a:r>
            <a:r>
              <a:rPr lang="en-US" sz="1200" dirty="0"/>
              <a:t>, “Error Correction in Computer Networks.” </a:t>
            </a:r>
            <a:r>
              <a:rPr lang="en-US" sz="1200" dirty="0">
                <a:hlinkClick r:id="rId3"/>
              </a:rPr>
              <a:t>https://www.geeksforgeeks.org/computer-networks/error-correction-in-computer-networks/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1591056"/>
            <a:ext cx="256032" cy="256032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15910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1051560" y="154152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dirty="0" err="1"/>
              <a:t>GeeksforGeeks</a:t>
            </a:r>
            <a:r>
              <a:rPr lang="en-IN" sz="1200" dirty="0"/>
              <a:t>, “Hamming Code.” </a:t>
            </a:r>
            <a:r>
              <a:rPr lang="en-IN" sz="1200" dirty="0">
                <a:hlinkClick r:id="rId4"/>
              </a:rPr>
              <a:t>https://www.geeksforgeeks.org/computer-networks/hamming-code-in-computer-network/</a:t>
            </a:r>
            <a:endParaRPr lang="en-IN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2093976"/>
            <a:ext cx="256032" cy="256032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20939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078992" y="204444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dirty="0" err="1"/>
              <a:t>GeeksforGeeks</a:t>
            </a:r>
            <a:r>
              <a:rPr lang="en-IN" sz="1200" dirty="0"/>
              <a:t>, “Error Detection Code — Checksum.” </a:t>
            </a:r>
            <a:r>
              <a:rPr lang="en-IN" sz="1200" dirty="0">
                <a:hlinkClick r:id="rId5"/>
              </a:rPr>
              <a:t>https://www.geeksforgeeks.org/computer-networks/error-detection-code-checksum/</a:t>
            </a:r>
            <a:endParaRPr lang="en-IN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596896"/>
            <a:ext cx="256032" cy="256032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25968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1078992" y="254736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dirty="0"/>
              <a:t>Braden, R., Borman, D., &amp; Partridge, C. (1988). </a:t>
            </a:r>
            <a:r>
              <a:rPr lang="en-IN" sz="1200" i="1" dirty="0"/>
              <a:t>RFC 1071: Computing the Internet Checksum.</a:t>
            </a:r>
            <a:r>
              <a:rPr lang="en-IN" sz="1200" dirty="0"/>
              <a:t> RFC Editor. </a:t>
            </a:r>
            <a:r>
              <a:rPr lang="en-IN" sz="1200" dirty="0">
                <a:hlinkClick r:id="rId6"/>
              </a:rPr>
              <a:t>https://www.rfc-editor.org/rfc/rfc1071.html</a:t>
            </a:r>
            <a:endParaRPr lang="en-IN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3099816"/>
            <a:ext cx="256032" cy="256032"/>
          </a:xfrm>
          <a:prstGeom prst="ellipse">
            <a:avLst/>
          </a:prstGeom>
          <a:solidFill>
            <a:srgbClr val="1E4E79"/>
          </a:solidFill>
          <a:ln w="6350">
            <a:solidFill>
              <a:srgbClr val="1E4E7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0080" y="309981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1078992" y="30419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/>
              <a:t>Hamming, R. W. (1950). “Error Detecting and Error Correcting Codes.” </a:t>
            </a:r>
            <a:r>
              <a:rPr lang="en-US" sz="1200" i="1" dirty="0"/>
              <a:t>Bell System Technical Journal, 29</a:t>
            </a:r>
            <a:r>
              <a:rPr lang="en-US" sz="1200" dirty="0"/>
              <a:t>(2), 147–160. </a:t>
            </a:r>
            <a:r>
              <a:rPr lang="en-US" sz="1200" dirty="0">
                <a:hlinkClick r:id="rId7"/>
              </a:rPr>
              <a:t>https://doi.org/10.1002/j.1538-7305.1950.tb00463.x</a:t>
            </a:r>
            <a:endParaRPr lang="en-US" sz="1200" dirty="0"/>
          </a:p>
        </p:txBody>
      </p:sp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754880"/>
            <a:ext cx="868680" cy="38404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200">
                <a:solidFill>
                  <a:srgbClr val="F0D0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2326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6E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001000" y="4864608"/>
            <a:ext cx="868680" cy="265176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 anchor="ctr"/>
          <a:lstStyle>
            <a:lvl1pPr>
              <a:defRPr sz="1100">
                <a:solidFill>
                  <a:srgbClr val="F0D06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1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N CIA">
  <a:themeElements>
    <a:clrScheme name="CN CIA">
      <a:dk1>
        <a:srgbClr val="1F2937"/>
      </a:dk1>
      <a:lt1>
        <a:srgbClr val="FFFFFF"/>
      </a:lt1>
      <a:dk2>
        <a:srgbClr val="0D1F3C"/>
      </a:dk2>
      <a:lt2>
        <a:srgbClr val="F3F6FA"/>
      </a:lt2>
      <a:accent1>
        <a:srgbClr val="1E4E79"/>
      </a:accent1>
      <a:accent2>
        <a:srgbClr val="006E7F"/>
      </a:accent2>
      <a:accent3>
        <a:srgbClr val="C55A11"/>
      </a:accent3>
      <a:accent4>
        <a:srgbClr val="F7A600"/>
      </a:accent4>
      <a:accent5>
        <a:srgbClr val="DCE9F5"/>
      </a:accent5>
      <a:accent6>
        <a:srgbClr val="5B6577"/>
      </a:accent6>
      <a:hlink>
        <a:srgbClr val="1A73E8"/>
      </a:hlink>
      <a:folHlink>
        <a:srgbClr val="5B6577"/>
      </a:folHlink>
    </a:clrScheme>
    <a:fontScheme name="CN CIA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1445</Words>
  <Application>Microsoft Office PowerPoint</Application>
  <PresentationFormat>On-screen Show (16:9)</PresentationFormat>
  <Paragraphs>256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Courier New</vt:lpstr>
      <vt:lpstr>Times New Roman</vt:lpstr>
      <vt:lpstr>CN CIA</vt:lpstr>
      <vt:lpstr>PowerPoint Presentation</vt:lpstr>
      <vt:lpstr>Introduction</vt:lpstr>
      <vt:lpstr>Problem Definition</vt:lpstr>
      <vt:lpstr>Types of Transmission Errors</vt:lpstr>
      <vt:lpstr>Existing vs Proposed Approach</vt:lpstr>
      <vt:lpstr>Key Functions and Their Logic</vt:lpstr>
      <vt:lpstr>Algorithm &amp; Code </vt:lpstr>
      <vt:lpstr>Expected Output</vt:lpstr>
      <vt:lpstr>Conclusion</vt:lpstr>
      <vt:lpstr>References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 Error Detection and Correction for Reliable Data Transmission</dc:title>
  <dc:subject>PptxGenJS Presentation</dc:subject>
  <dc:creator>CN CIA Part B Group</dc:creator>
  <cp:lastModifiedBy>Tejas Nere</cp:lastModifiedBy>
  <cp:revision>4</cp:revision>
  <dcterms:created xsi:type="dcterms:W3CDTF">2026-10-08T10:59:26Z</dcterms:created>
  <dcterms:modified xsi:type="dcterms:W3CDTF">2026-10-13T07:03:28Z</dcterms:modified>
</cp:coreProperties>
</file>